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  <p:sldId id="291" r:id="rId35"/>
    <p:sldId id="292" r:id="rId36"/>
    <p:sldId id="289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7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0009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516-4DED-BE50-BEB904B42553}"/>
              </c:ext>
            </c:extLst>
          </c:dPt>
          <c:dPt>
            <c:idx val="1"/>
            <c:bubble3D val="0"/>
            <c:spPr>
              <a:solidFill>
                <a:srgbClr val="EDEE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16-4DED-BE50-BEB904B42553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516-4DED-BE50-BEB904B425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Ipsum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9A2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8AB-4146-8E2C-7B76970C963E}"/>
              </c:ext>
            </c:extLst>
          </c:dPt>
          <c:dPt>
            <c:idx val="1"/>
            <c:bubble3D val="0"/>
            <c:spPr>
              <a:solidFill>
                <a:srgbClr val="EDEE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AB-4146-8E2C-7B76970C963E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AB-4146-8E2C-7B76970C96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Dolor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1C7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386-4965-A5ED-2F2BF47BC61C}"/>
              </c:ext>
            </c:extLst>
          </c:dPt>
          <c:dPt>
            <c:idx val="1"/>
            <c:bubble3D val="0"/>
            <c:spPr>
              <a:solidFill>
                <a:srgbClr val="EDEE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86-4965-A5ED-2F2BF47BC61C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386-4965-A5ED-2F2BF47BC6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rgbClr val="30009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346"/>
                    </a:solidFill>
                    <a:latin typeface="Calibri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58</c:v>
                </c:pt>
                <c:pt idx="2">
                  <c:v>62</c:v>
                </c:pt>
                <c:pt idx="3">
                  <c:v>74</c:v>
                </c:pt>
                <c:pt idx="4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BC-4037-AFC6-16D2A7BF17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</c:v>
                </c:pt>
              </c:strCache>
            </c:strRef>
          </c:tx>
          <c:spPr>
            <a:ln w="38100" cap="flat">
              <a:solidFill>
                <a:srgbClr val="F12E4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12E49"/>
              </a:solidFill>
              <a:ln w="9525" cap="flat">
                <a:solidFill>
                  <a:srgbClr val="F12E4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Led</c:v>
                </c:pt>
                <c:pt idx="1">
                  <c:v>Úno</c:v>
                </c:pt>
                <c:pt idx="2">
                  <c:v>Bře</c:v>
                </c:pt>
                <c:pt idx="3">
                  <c:v>Dub</c:v>
                </c:pt>
                <c:pt idx="4">
                  <c:v>Kvě</c:v>
                </c:pt>
                <c:pt idx="5">
                  <c:v>Čer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  <c:pt idx="4">
                  <c:v>61</c:v>
                </c:pt>
                <c:pt idx="5">
                  <c:v>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FA6-4FBC-A7BE-E841C210D2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Ipsum</c:v>
                </c:pt>
              </c:strCache>
            </c:strRef>
          </c:tx>
          <c:spPr>
            <a:ln w="38100" cap="flat">
              <a:solidFill>
                <a:srgbClr val="49A2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9A2D8"/>
              </a:solidFill>
              <a:ln w="9525" cap="flat">
                <a:solidFill>
                  <a:srgbClr val="49A2D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Led</c:v>
                </c:pt>
                <c:pt idx="1">
                  <c:v>Úno</c:v>
                </c:pt>
                <c:pt idx="2">
                  <c:v>Bře</c:v>
                </c:pt>
                <c:pt idx="3">
                  <c:v>Dub</c:v>
                </c:pt>
                <c:pt idx="4">
                  <c:v>Kvě</c:v>
                </c:pt>
                <c:pt idx="5">
                  <c:v>Čer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28</c:v>
                </c:pt>
                <c:pt idx="2">
                  <c:v>35</c:v>
                </c:pt>
                <c:pt idx="3">
                  <c:v>33</c:v>
                </c:pt>
                <c:pt idx="4">
                  <c:v>44</c:v>
                </c:pt>
                <c:pt idx="5">
                  <c:v>51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FA6-4FBC-A7BE-E841C210D2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4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Podíl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0009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F6C-4E77-A8F8-D5599FDA853B}"/>
              </c:ext>
            </c:extLst>
          </c:dPt>
          <c:dPt>
            <c:idx val="1"/>
            <c:bubble3D val="0"/>
            <c:spPr>
              <a:solidFill>
                <a:srgbClr val="49A2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6C-4E77-A8F8-D5599FDA853B}"/>
              </c:ext>
            </c:extLst>
          </c:dPt>
          <c:dPt>
            <c:idx val="2"/>
            <c:bubble3D val="0"/>
            <c:spPr>
              <a:solidFill>
                <a:srgbClr val="81C7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F6C-4E77-A8F8-D5599FDA853B}"/>
              </c:ext>
            </c:extLst>
          </c:dPt>
          <c:dPt>
            <c:idx val="3"/>
            <c:bubble3D val="0"/>
            <c:spPr>
              <a:solidFill>
                <a:srgbClr val="F12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F6C-4E77-A8F8-D5599FDA853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cs-C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F6C-4E77-A8F8-D5599FDA853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cs-C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F6C-4E77-A8F8-D5599FDA853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cs-C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F6C-4E77-A8F8-D5599FDA853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cs-C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F6C-4E77-A8F8-D5599FDA853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cs-CZ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  <c:pt idx="3">
                  <c:v>Amet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21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F6C-4E77-A8F8-D5599FDA85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5A54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rgbClr val="30009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38</c:v>
                </c:pt>
                <c:pt idx="2">
                  <c:v>42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46-478C-A258-496753BCBE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Ipsum</c:v>
                </c:pt>
              </c:strCache>
            </c:strRef>
          </c:tx>
          <c:spPr>
            <a:solidFill>
              <a:srgbClr val="49A2D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24</c:v>
                </c:pt>
                <c:pt idx="2">
                  <c:v>22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46-478C-A258-496753BCBE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Dolor</c:v>
                </c:pt>
              </c:strCache>
            </c:strRef>
          </c:tx>
          <c:spPr>
            <a:solidFill>
              <a:srgbClr val="81C78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15</c:v>
                </c:pt>
                <c:pt idx="2">
                  <c:v>18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46-478C-A258-496753BCB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4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70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EEF032F4-BABA-624C-8543-6F7EA1F3C4A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0888663" y="190500"/>
            <a:ext cx="11382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cs-CZ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Company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00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868680"/>
            <a:ext cx="3017520" cy="3017520"/>
          </a:xfrm>
          <a:prstGeom prst="ellipse">
            <a:avLst/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10195560" y="3291840"/>
            <a:ext cx="1920240" cy="1920240"/>
          </a:xfrm>
          <a:prstGeom prst="ellipse">
            <a:avLst/>
          </a:prstGeom>
          <a:solidFill>
            <a:srgbClr val="4A2BB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235440" y="1417320"/>
            <a:ext cx="868680" cy="1371600"/>
          </a:xfrm>
          <a:prstGeom prst="line">
            <a:avLst/>
          </a:prstGeom>
          <a:noFill/>
          <a:ln w="19050">
            <a:solidFill>
              <a:srgbClr val="6B53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 flipH="1">
            <a:off x="10104120" y="1691640"/>
            <a:ext cx="1143000" cy="1097280"/>
          </a:xfrm>
          <a:prstGeom prst="line">
            <a:avLst/>
          </a:prstGeom>
          <a:noFill/>
          <a:ln w="19050">
            <a:solidFill>
              <a:srgbClr val="6B53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104120" y="2788920"/>
            <a:ext cx="1417320" cy="1143000"/>
          </a:xfrm>
          <a:prstGeom prst="line">
            <a:avLst/>
          </a:prstGeom>
          <a:noFill/>
          <a:ln w="19050">
            <a:solidFill>
              <a:srgbClr val="6B53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 flipH="1">
            <a:off x="9098280" y="2788920"/>
            <a:ext cx="1005840" cy="1371600"/>
          </a:xfrm>
          <a:prstGeom prst="line">
            <a:avLst/>
          </a:prstGeom>
          <a:noFill/>
          <a:ln w="19050">
            <a:solidFill>
              <a:srgbClr val="6B53D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9326880" y="2011680"/>
            <a:ext cx="1554480" cy="1554480"/>
          </a:xfrm>
          <a:prstGeom prst="ellipse">
            <a:avLst/>
          </a:prstGeom>
          <a:solidFill>
            <a:srgbClr val="4A2BB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9601200" y="2286000"/>
            <a:ext cx="1005840" cy="1005840"/>
          </a:xfrm>
          <a:prstGeom prst="ellipse">
            <a:avLst/>
          </a:prstGeom>
          <a:solidFill>
            <a:srgbClr val="49A2D8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9930384" y="261518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9116568" y="1298448"/>
            <a:ext cx="237744" cy="237744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1128248" y="1572768"/>
            <a:ext cx="237744" cy="237744"/>
          </a:xfrm>
          <a:prstGeom prst="ellipse">
            <a:avLst/>
          </a:prstGeom>
          <a:solidFill>
            <a:srgbClr val="8E84E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11402568" y="3813048"/>
            <a:ext cx="237744" cy="237744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8979408" y="4041648"/>
            <a:ext cx="237744" cy="237744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5" name="Image 0" descr="logo_whit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868680"/>
            <a:ext cx="2651760" cy="101990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77240" y="2651760"/>
            <a:ext cx="457200" cy="64008"/>
          </a:xfrm>
          <a:prstGeom prst="rect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4"/>
          <p:cNvSpPr/>
          <p:nvPr/>
        </p:nvSpPr>
        <p:spPr>
          <a:xfrm>
            <a:off x="77724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PREZENTACE 2026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32004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</a:t>
            </a:r>
            <a:endParaRPr lang="en-US" sz="4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amet consectetur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777240" y="4983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Praesent tristique maximus ligula, ac aliquet enim suscipit in dolor.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7240" y="5852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Jméno Příjmení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Pozice  ·  Měsíc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8412480" y="1234440"/>
            <a:ext cx="3154680" cy="3383280"/>
          </a:xfrm>
          <a:prstGeom prst="roundRect">
            <a:avLst>
              <a:gd name="adj" fmla="val 3478"/>
            </a:avLst>
          </a:prstGeom>
          <a:solidFill>
            <a:srgbClr val="4A2BB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8001000" y="1554480"/>
            <a:ext cx="3703320" cy="374904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8001000" y="1554480"/>
            <a:ext cx="3703320" cy="548640"/>
          </a:xfrm>
          <a:prstGeom prst="roundRect">
            <a:avLst>
              <a:gd name="adj" fmla="val 23333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8001000" y="1828800"/>
            <a:ext cx="3703320" cy="274320"/>
          </a:xfrm>
          <a:prstGeom prst="rect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8229600" y="1755648"/>
            <a:ext cx="146304" cy="146304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8467344" y="1755648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8705088" y="1755648"/>
            <a:ext cx="146304" cy="146304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8001000" y="2103120"/>
            <a:ext cx="960120" cy="3200400"/>
          </a:xfrm>
          <a:prstGeom prst="rect">
            <a:avLst/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8202168" y="2423160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6F79B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8202168" y="2990088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C7C9C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8202168" y="3557016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C7C9C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8202168" y="412394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C7C9C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9189720" y="237744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10652760" y="237744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326880" y="2542032"/>
            <a:ext cx="640080" cy="146304"/>
          </a:xfrm>
          <a:prstGeom prst="roundRect">
            <a:avLst>
              <a:gd name="adj" fmla="val 25000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0789920" y="2542032"/>
            <a:ext cx="640080" cy="146304"/>
          </a:xfrm>
          <a:prstGeom prst="roundRect">
            <a:avLst>
              <a:gd name="adj" fmla="val 25000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9326880" y="283464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0789920" y="283464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9189720" y="4160520"/>
            <a:ext cx="384048" cy="640080"/>
          </a:xfrm>
          <a:prstGeom prst="roundRect">
            <a:avLst>
              <a:gd name="adj" fmla="val 11905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9829800" y="3794760"/>
            <a:ext cx="384048" cy="1005840"/>
          </a:xfrm>
          <a:prstGeom prst="roundRect">
            <a:avLst>
              <a:gd name="adj" fmla="val 11905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10469880" y="4297680"/>
            <a:ext cx="384048" cy="502920"/>
          </a:xfrm>
          <a:prstGeom prst="roundRect">
            <a:avLst>
              <a:gd name="adj" fmla="val 11905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11109960" y="3566160"/>
            <a:ext cx="384048" cy="1234440"/>
          </a:xfrm>
          <a:prstGeom prst="roundRect">
            <a:avLst>
              <a:gd name="adj" fmla="val 11905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11750040" y="3977640"/>
            <a:ext cx="384048" cy="822960"/>
          </a:xfrm>
          <a:prstGeom prst="roundRect">
            <a:avLst>
              <a:gd name="adj" fmla="val 11905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9189720" y="4800600"/>
            <a:ext cx="2944368" cy="0"/>
          </a:xfrm>
          <a:prstGeom prst="line">
            <a:avLst/>
          </a:prstGeom>
          <a:noFill/>
          <a:ln w="12700">
            <a:solidFill>
              <a:srgbClr val="C7C9C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0"/>
                </a:moveTo>
                <a:lnTo>
                  <a:pt x="6766560" y="0"/>
                </a:lnTo>
                <a:lnTo>
                  <a:pt x="604575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8" name="Image 0" descr="logo_whit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48640"/>
            <a:ext cx="2468880" cy="949569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85800" y="22860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3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SIT AMET</a:t>
            </a:r>
            <a:endParaRPr lang="en-US" sz="3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</a:t>
            </a:r>
            <a:endParaRPr lang="en-US" sz="3800" dirty="0"/>
          </a:p>
        </p:txBody>
      </p:sp>
      <p:sp>
        <p:nvSpPr>
          <p:cNvPr id="30" name="Text 27"/>
          <p:cNvSpPr/>
          <p:nvPr/>
        </p:nvSpPr>
        <p:spPr>
          <a:xfrm>
            <a:off x="685800" y="4572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Praesent tristique maximus ligula, ac aliquet enim suscipit in.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85800" y="5806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Jméno Příjmení  ·  Pozice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Měsíc 2026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prezentace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69848" y="2532888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1069848" y="25328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33172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31720" y="3063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amet consectetur adipiscing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21488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6784848" y="2532888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6784848" y="25328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4672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do eiusmod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0" y="3063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 incididunt ut labore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2519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1069848" y="4636008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1069848" y="463600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331720" y="4709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enim ad minim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331720" y="5166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 quis nostrud exercitation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42519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6784848" y="4636008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6784848" y="463600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046720" y="4709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aute irure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46720" y="5166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in reprehenderit voluptate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přehled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200400" cy="3931920"/>
          </a:xfrm>
          <a:prstGeom prst="roundRect">
            <a:avLst>
              <a:gd name="adj" fmla="val 3429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51560" y="2514600"/>
            <a:ext cx="274320" cy="315468"/>
          </a:xfrm>
          <a:custGeom>
            <a:avLst/>
            <a:gdLst/>
            <a:ahLst/>
            <a:cxnLst/>
            <a:rect l="l" t="t" r="r" b="b"/>
            <a:pathLst>
              <a:path w="274320" h="315468">
                <a:moveTo>
                  <a:pt x="0" y="0"/>
                </a:moveTo>
                <a:lnTo>
                  <a:pt x="0" y="315468"/>
                </a:lnTo>
                <a:lnTo>
                  <a:pt x="274320" y="157734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1069848" y="3767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hlavních témat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4343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B6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Praesent tristique maximus ligula, ac aliquet enim suscipit 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2459736"/>
            <a:ext cx="164592" cy="16459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4773168" y="2194560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32120" y="2194560"/>
            <a:ext cx="5852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62856" y="2624328"/>
            <a:ext cx="0" cy="621792"/>
          </a:xfrm>
          <a:prstGeom prst="line">
            <a:avLst/>
          </a:prstGeom>
          <a:noFill/>
          <a:ln w="1905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4480560" y="3246120"/>
            <a:ext cx="164592" cy="164592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4773168" y="2980944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32120" y="2980944"/>
            <a:ext cx="5852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do eiusmod tempor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62856" y="3410712"/>
            <a:ext cx="0" cy="621792"/>
          </a:xfrm>
          <a:prstGeom prst="line">
            <a:avLst/>
          </a:prstGeom>
          <a:noFill/>
          <a:ln w="1905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4480560" y="4032504"/>
            <a:ext cx="164592" cy="16459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4773168" y="3767328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532120" y="3767328"/>
            <a:ext cx="5852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enim ad minim veniam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62856" y="4197096"/>
            <a:ext cx="0" cy="621792"/>
          </a:xfrm>
          <a:prstGeom prst="line">
            <a:avLst/>
          </a:prstGeom>
          <a:noFill/>
          <a:ln w="1905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4480560" y="4818888"/>
            <a:ext cx="164592" cy="16459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4773168" y="4553712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32120" y="4553712"/>
            <a:ext cx="5852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aute irure dolor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62856" y="4983480"/>
            <a:ext cx="0" cy="621792"/>
          </a:xfrm>
          <a:prstGeom prst="line">
            <a:avLst/>
          </a:prstGeom>
          <a:noFill/>
          <a:ln w="1905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4480560" y="5605272"/>
            <a:ext cx="164592" cy="164592"/>
          </a:xfrm>
          <a:prstGeom prst="ellipse">
            <a:avLst/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4773168" y="5340096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F3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32120" y="5340096"/>
            <a:ext cx="5852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Excepteur sint occaecat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000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8686800" y="4206240"/>
            <a:ext cx="4114800" cy="3291840"/>
          </a:xfrm>
          <a:prstGeom prst="roundRect">
            <a:avLst>
              <a:gd name="adj" fmla="val 13889"/>
            </a:avLst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241280" y="2743200"/>
            <a:ext cx="1280160" cy="1472184"/>
          </a:xfrm>
          <a:custGeom>
            <a:avLst/>
            <a:gdLst/>
            <a:ahLst/>
            <a:cxnLst/>
            <a:rect l="l" t="t" r="r" b="b"/>
            <a:pathLst>
              <a:path w="1280160" h="1472184">
                <a:moveTo>
                  <a:pt x="0" y="0"/>
                </a:moveTo>
                <a:lnTo>
                  <a:pt x="0" y="1472184"/>
                </a:lnTo>
                <a:lnTo>
                  <a:pt x="1280160" y="736092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5" name="Image 0" descr="logo_whit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2468880" cy="949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377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4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400" dirty="0"/>
          </a:p>
        </p:txBody>
      </p:sp>
      <p:sp>
        <p:nvSpPr>
          <p:cNvPr id="7" name="Text 4"/>
          <p:cNvSpPr/>
          <p:nvPr/>
        </p:nvSpPr>
        <p:spPr>
          <a:xfrm>
            <a:off x="777240" y="3886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548640" cy="54864"/>
          </a:xfrm>
          <a:prstGeom prst="rect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/>
          <p:nvPr/>
        </p:nvSpPr>
        <p:spPr>
          <a:xfrm>
            <a:off x="777240" y="5394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Praesent tristique maximus ligula, ac aliquet enim.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822960"/>
            <a:ext cx="3383280" cy="5212080"/>
          </a:xfrm>
          <a:prstGeom prst="roundRect">
            <a:avLst>
              <a:gd name="adj" fmla="val 6757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8869680" y="1371600"/>
            <a:ext cx="2286000" cy="2286000"/>
          </a:xfrm>
          <a:prstGeom prst="ellipse">
            <a:avLst/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9281160" y="3246120"/>
            <a:ext cx="1463040" cy="1682496"/>
          </a:xfrm>
          <a:custGeom>
            <a:avLst/>
            <a:gdLst/>
            <a:ahLst/>
            <a:cxnLst/>
            <a:rect l="l" t="t" r="r" b="b"/>
            <a:pathLst>
              <a:path w="1463040" h="1682496">
                <a:moveTo>
                  <a:pt x="0" y="0"/>
                </a:moveTo>
                <a:lnTo>
                  <a:pt x="0" y="1682496"/>
                </a:lnTo>
                <a:lnTo>
                  <a:pt x="1463040" y="841248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8732520" y="49834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6" name="Image 0" descr="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2468880" cy="949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2860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4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400" dirty="0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adipiscing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822960" y="5166360"/>
            <a:ext cx="548640" cy="54864"/>
          </a:xfrm>
          <a:prstGeom prst="rect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/>
          <p:nvPr/>
        </p:nvSpPr>
        <p:spPr>
          <a:xfrm>
            <a:off x="777240" y="5349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Praesent tristique maximus ligula, ac aliquet enim.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 sit amet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Praesent tristique maximus ligula, ac aliquet enim suscipit in. Sed do eiusmod tempor incididunt ut labore.</a:t>
            </a:r>
            <a:endParaRPr lang="en-US" sz="1550" dirty="0"/>
          </a:p>
          <a:p>
            <a:pPr marL="0" indent="0" algn="l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enim ad minim veniam, quis nostrud exercitation ullamco laboris nisi ut aliquip ex ea commodo consequat.</a:t>
            </a:r>
            <a:endParaRPr lang="en-US" sz="1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aute irure dolor in reprehenderit in voluptate velit esse cillum.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219456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7086600" y="24414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781812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18120" y="2724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nostrud exercitation ullamco.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0" y="342900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7086600" y="36758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7818120" y="3566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elit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3959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nostrud exercitation ullamco.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0" y="466344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7086600" y="491032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7818120" y="4800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tempor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18120" y="5193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nostrud exercitation ullamco.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Klíčové ukazatele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05840" y="2450592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161288" y="2606040"/>
            <a:ext cx="192024" cy="1920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dolor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4133088"/>
            <a:ext cx="1005840" cy="274320"/>
          </a:xfrm>
          <a:prstGeom prst="roundRect">
            <a:avLst>
              <a:gd name="adj" fmla="val 56667"/>
            </a:avLst>
          </a:prstGeom>
          <a:solidFill>
            <a:srgbClr val="ECEA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100584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+4,2 %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21945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886200" y="2450592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4041648" y="2606040"/>
            <a:ext cx="192024" cy="1920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384048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 M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886200" y="3840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86200" y="4133088"/>
            <a:ext cx="1005840" cy="274320"/>
          </a:xfrm>
          <a:prstGeom prst="roundRect">
            <a:avLst>
              <a:gd name="adj" fmla="val 56667"/>
            </a:avLst>
          </a:prstGeom>
          <a:solidFill>
            <a:srgbClr val="FDE7E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388620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+12 %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1945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6766560" y="2450592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6922008" y="2606040"/>
            <a:ext cx="192024" cy="1920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672084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+24 %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766560" y="3840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tempor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4133088"/>
            <a:ext cx="1005840" cy="274320"/>
          </a:xfrm>
          <a:prstGeom prst="roundRect">
            <a:avLst>
              <a:gd name="adj" fmla="val 56667"/>
            </a:avLst>
          </a:prstGeom>
          <a:solidFill>
            <a:srgbClr val="E4F1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676656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YoY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418320" y="21945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9646920" y="2450592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9802368" y="2606040"/>
            <a:ext cx="192024" cy="1920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960120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3 500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9646920" y="3840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labore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646920" y="4133088"/>
            <a:ext cx="1005840" cy="274320"/>
          </a:xfrm>
          <a:prstGeom prst="roundRect">
            <a:avLst>
              <a:gd name="adj" fmla="val 56667"/>
            </a:avLst>
          </a:prstGeom>
          <a:solidFill>
            <a:srgbClr val="E8F4E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964692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stabilní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4846320"/>
            <a:ext cx="10652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105156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Plnění cílů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51560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54680" y="5413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51560" y="5742432"/>
            <a:ext cx="3017520" cy="164592"/>
          </a:xfrm>
          <a:prstGeom prst="roundRect">
            <a:avLst>
              <a:gd name="adj" fmla="val 50000"/>
            </a:avLst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1051560" y="5742432"/>
            <a:ext cx="2474366" cy="164592"/>
          </a:xfrm>
          <a:prstGeom prst="roundRect">
            <a:avLst>
              <a:gd name="adj" fmla="val 50000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Text 37"/>
          <p:cNvSpPr/>
          <p:nvPr/>
        </p:nvSpPr>
        <p:spPr>
          <a:xfrm>
            <a:off x="4526280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29400" y="5413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26280" y="5742432"/>
            <a:ext cx="3017520" cy="164592"/>
          </a:xfrm>
          <a:prstGeom prst="roundRect">
            <a:avLst>
              <a:gd name="adj" fmla="val 50000"/>
            </a:avLst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4526280" y="5742432"/>
            <a:ext cx="1931213" cy="164592"/>
          </a:xfrm>
          <a:prstGeom prst="roundRect">
            <a:avLst>
              <a:gd name="adj" fmla="val 50000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Text 41"/>
          <p:cNvSpPr/>
          <p:nvPr/>
        </p:nvSpPr>
        <p:spPr>
          <a:xfrm>
            <a:off x="8001000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04120" y="5413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01000" y="5742432"/>
            <a:ext cx="3017520" cy="164592"/>
          </a:xfrm>
          <a:prstGeom prst="roundRect">
            <a:avLst>
              <a:gd name="adj" fmla="val 50000"/>
            </a:avLst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8001000" y="5742432"/>
            <a:ext cx="2745943" cy="164592"/>
          </a:xfrm>
          <a:prstGeom prst="roundRect">
            <a:avLst>
              <a:gd name="adj" fmla="val 50000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Text 45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Plnění cílů — alternativa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graphicFrame>
        <p:nvGraphicFramePr>
          <p:cNvPr id="6" name="Chart 0"/>
          <p:cNvGraphicFramePr/>
          <p:nvPr/>
        </p:nvGraphicFramePr>
        <p:xfrm>
          <a:off x="960120" y="2606040"/>
          <a:ext cx="17830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960120" y="260604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4617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983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cílové hodnoty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233172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graphicFrame>
        <p:nvGraphicFramePr>
          <p:cNvPr id="11" name="Chart 1"/>
          <p:cNvGraphicFramePr/>
          <p:nvPr/>
        </p:nvGraphicFramePr>
        <p:xfrm>
          <a:off x="3383280" y="2606040"/>
          <a:ext cx="17830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3383280" y="260604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64 %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291840" y="4617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91840" y="4983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cílové hodnoty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623560" y="233172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graphicFrame>
        <p:nvGraphicFramePr>
          <p:cNvPr id="16" name="Chart 2"/>
          <p:cNvGraphicFramePr/>
          <p:nvPr/>
        </p:nvGraphicFramePr>
        <p:xfrm>
          <a:off x="5806440" y="2606040"/>
          <a:ext cx="17830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 12"/>
          <p:cNvSpPr/>
          <p:nvPr/>
        </p:nvSpPr>
        <p:spPr>
          <a:xfrm>
            <a:off x="5806440" y="260604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91 %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715000" y="4617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715000" y="4983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cílové hodnoty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680960" y="233172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1" name="Text 16"/>
          <p:cNvSpPr/>
          <p:nvPr/>
        </p:nvSpPr>
        <p:spPr>
          <a:xfrm>
            <a:off x="800100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Srovnání týmů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001000" y="3291840"/>
            <a:ext cx="457200" cy="1554480"/>
          </a:xfrm>
          <a:prstGeom prst="roundRect">
            <a:avLst>
              <a:gd name="adj" fmla="val 16000"/>
            </a:avLst>
          </a:prstGeom>
          <a:solidFill>
            <a:srgbClr val="EDEEF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18"/>
          <p:cNvSpPr/>
          <p:nvPr/>
        </p:nvSpPr>
        <p:spPr>
          <a:xfrm>
            <a:off x="8001000" y="3758184"/>
            <a:ext cx="457200" cy="1088136"/>
          </a:xfrm>
          <a:prstGeom prst="roundRect">
            <a:avLst>
              <a:gd name="adj" fmla="val 16000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Text 19"/>
          <p:cNvSpPr/>
          <p:nvPr/>
        </p:nvSpPr>
        <p:spPr>
          <a:xfrm>
            <a:off x="7909560" y="3465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7909560" y="4919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663940" y="3291840"/>
            <a:ext cx="457200" cy="1554480"/>
          </a:xfrm>
          <a:prstGeom prst="roundRect">
            <a:avLst>
              <a:gd name="adj" fmla="val 16000"/>
            </a:avLst>
          </a:prstGeom>
          <a:solidFill>
            <a:srgbClr val="EDEEF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2"/>
          <p:cNvSpPr/>
          <p:nvPr/>
        </p:nvSpPr>
        <p:spPr>
          <a:xfrm>
            <a:off x="8663940" y="3416198"/>
            <a:ext cx="457200" cy="1430122"/>
          </a:xfrm>
          <a:prstGeom prst="roundRect">
            <a:avLst>
              <a:gd name="adj" fmla="val 16000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23"/>
          <p:cNvSpPr/>
          <p:nvPr/>
        </p:nvSpPr>
        <p:spPr>
          <a:xfrm>
            <a:off x="8572500" y="312359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8572500" y="4919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9326880" y="3291840"/>
            <a:ext cx="457200" cy="1554480"/>
          </a:xfrm>
          <a:prstGeom prst="roundRect">
            <a:avLst>
              <a:gd name="adj" fmla="val 16000"/>
            </a:avLst>
          </a:prstGeom>
          <a:solidFill>
            <a:srgbClr val="EDEEF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6"/>
          <p:cNvSpPr/>
          <p:nvPr/>
        </p:nvSpPr>
        <p:spPr>
          <a:xfrm>
            <a:off x="9326880" y="3991356"/>
            <a:ext cx="457200" cy="854964"/>
          </a:xfrm>
          <a:prstGeom prst="roundRect">
            <a:avLst>
              <a:gd name="adj" fmla="val 16000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Text 27"/>
          <p:cNvSpPr/>
          <p:nvPr/>
        </p:nvSpPr>
        <p:spPr>
          <a:xfrm>
            <a:off x="9235440" y="36987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9235440" y="4919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9989820" y="3291840"/>
            <a:ext cx="457200" cy="1554480"/>
          </a:xfrm>
          <a:prstGeom prst="roundRect">
            <a:avLst>
              <a:gd name="adj" fmla="val 16000"/>
            </a:avLst>
          </a:prstGeom>
          <a:solidFill>
            <a:srgbClr val="EDEEF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0"/>
          <p:cNvSpPr/>
          <p:nvPr/>
        </p:nvSpPr>
        <p:spPr>
          <a:xfrm>
            <a:off x="9989820" y="3633826"/>
            <a:ext cx="457200" cy="1212494"/>
          </a:xfrm>
          <a:prstGeom prst="roundRect">
            <a:avLst>
              <a:gd name="adj" fmla="val 16000"/>
            </a:avLst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Text 31"/>
          <p:cNvSpPr/>
          <p:nvPr/>
        </p:nvSpPr>
        <p:spPr>
          <a:xfrm>
            <a:off x="9898380" y="334121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3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9898380" y="4919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10652760" y="3291840"/>
            <a:ext cx="457200" cy="1554480"/>
          </a:xfrm>
          <a:prstGeom prst="roundRect">
            <a:avLst>
              <a:gd name="adj" fmla="val 16000"/>
            </a:avLst>
          </a:prstGeom>
          <a:solidFill>
            <a:srgbClr val="EDEEF5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4"/>
          <p:cNvSpPr/>
          <p:nvPr/>
        </p:nvSpPr>
        <p:spPr>
          <a:xfrm>
            <a:off x="10652760" y="3866998"/>
            <a:ext cx="457200" cy="979322"/>
          </a:xfrm>
          <a:prstGeom prst="roundRect">
            <a:avLst>
              <a:gd name="adj" fmla="val 16000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Text 35"/>
          <p:cNvSpPr/>
          <p:nvPr/>
        </p:nvSpPr>
        <p:spPr>
          <a:xfrm>
            <a:off x="10561320" y="357439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10561320" y="4919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Sloupcový a čárový graf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Sloupcový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914400" y="2697480"/>
          <a:ext cx="4983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210312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/>
          <p:nvPr/>
        </p:nvSpPr>
        <p:spPr>
          <a:xfrm>
            <a:off x="65379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Čárový</a:t>
            </a:r>
            <a:endParaRPr lang="en-US" sz="13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400800" y="2697480"/>
          <a:ext cx="48920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Koláčový a skládaný graf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914400" y="2651760"/>
          <a:ext cx="4983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210312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/>
          <p:nvPr/>
        </p:nvSpPr>
        <p:spPr>
          <a:xfrm>
            <a:off x="65379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Skládaný (stacked)</a:t>
            </a:r>
            <a:endParaRPr lang="en-US" sz="13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400800" y="2697480"/>
          <a:ext cx="48920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TABULKY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Tabulka se stavy a zvýrazněním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10652760" cy="3877056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10652760" cy="777240"/>
          </a:xfrm>
          <a:prstGeom prst="roundRect">
            <a:avLst>
              <a:gd name="adj" fmla="val 14118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10652760" cy="182880"/>
          </a:xfrm>
          <a:prstGeom prst="rect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114300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92040" y="2103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20840" y="2103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Plnění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49640" y="2103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96696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285292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285292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1 240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0" y="299923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8F4E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7132320" y="29992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49640" y="285292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149840" y="299923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8F4E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10149840" y="29992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Aktivní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460390"/>
            <a:ext cx="10561320" cy="603504"/>
          </a:xfrm>
          <a:prstGeom prst="rect">
            <a:avLst/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1051560" y="3456432"/>
            <a:ext cx="10104120" cy="0"/>
          </a:xfrm>
          <a:prstGeom prst="line">
            <a:avLst/>
          </a:prstGeom>
          <a:noFill/>
          <a:ln w="952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1143000" y="345643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elit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92040" y="345643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856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32320" y="360273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4F1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7132320" y="36027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49640" y="3456432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149840" y="360273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4F1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10149840" y="36027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51560" y="4059936"/>
            <a:ext cx="10104120" cy="0"/>
          </a:xfrm>
          <a:prstGeom prst="line">
            <a:avLst/>
          </a:prstGeom>
          <a:noFill/>
          <a:ln w="952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Text 28"/>
          <p:cNvSpPr/>
          <p:nvPr/>
        </p:nvSpPr>
        <p:spPr>
          <a:xfrm>
            <a:off x="1143000" y="405993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eiusmod tempor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92040" y="40599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2 310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132320" y="42062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8F4E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7132320" y="4206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549640" y="405993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149840" y="42062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8F4E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Text 34"/>
          <p:cNvSpPr/>
          <p:nvPr/>
        </p:nvSpPr>
        <p:spPr>
          <a:xfrm>
            <a:off x="10149840" y="42062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Aktivní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" y="4663440"/>
            <a:ext cx="10561320" cy="603504"/>
          </a:xfrm>
          <a:prstGeom prst="rect">
            <a:avLst/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1051560" y="4663440"/>
            <a:ext cx="10104120" cy="0"/>
          </a:xfrm>
          <a:prstGeom prst="line">
            <a:avLst/>
          </a:prstGeom>
          <a:noFill/>
          <a:ln w="952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9" name="Text 37"/>
          <p:cNvSpPr/>
          <p:nvPr/>
        </p:nvSpPr>
        <p:spPr>
          <a:xfrm>
            <a:off x="1143000" y="466344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labore magna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92040" y="466344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132320" y="480974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DE7E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Text 40"/>
          <p:cNvSpPr/>
          <p:nvPr/>
        </p:nvSpPr>
        <p:spPr>
          <a:xfrm>
            <a:off x="7132320" y="48097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63 %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549640" y="466344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149840" y="48097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DE7E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Text 43"/>
          <p:cNvSpPr/>
          <p:nvPr/>
        </p:nvSpPr>
        <p:spPr>
          <a:xfrm>
            <a:off x="10149840" y="4809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51560" y="5266944"/>
            <a:ext cx="10104120" cy="0"/>
          </a:xfrm>
          <a:prstGeom prst="line">
            <a:avLst/>
          </a:prstGeom>
          <a:noFill/>
          <a:ln w="952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7" name="Text 45"/>
          <p:cNvSpPr/>
          <p:nvPr/>
        </p:nvSpPr>
        <p:spPr>
          <a:xfrm>
            <a:off x="1143000" y="526694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nostrud exerc.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892040" y="52669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1 705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132320" y="54132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4F1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Text 48"/>
          <p:cNvSpPr/>
          <p:nvPr/>
        </p:nvSpPr>
        <p:spPr>
          <a:xfrm>
            <a:off x="7132320" y="54132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88 %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549640" y="526694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149840" y="54132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8F4E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Text 51"/>
          <p:cNvSpPr/>
          <p:nvPr/>
        </p:nvSpPr>
        <p:spPr>
          <a:xfrm>
            <a:off x="10149840" y="54132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Aktivní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77240" y="62087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stav lze zobrazit barevnými chip odznaky, hodnocení pomocí bodů ●●●○○ (viz další slide).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HODNOCENÍ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Srovnání s bodovým hodnocením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Kritérium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103120"/>
            <a:ext cx="2542032" cy="640080"/>
          </a:xfrm>
          <a:prstGeom prst="roundRect">
            <a:avLst>
              <a:gd name="adj" fmla="val 14286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0" y="2103120"/>
            <a:ext cx="2542032" cy="640080"/>
          </a:xfrm>
          <a:prstGeom prst="roundRect">
            <a:avLst>
              <a:gd name="adj" fmla="val 14286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6035040" y="210312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69680" y="2103120"/>
            <a:ext cx="2542032" cy="640080"/>
          </a:xfrm>
          <a:prstGeom prst="roundRect">
            <a:avLst>
              <a:gd name="adj" fmla="val 14286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8869680" y="210312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2880360"/>
            <a:ext cx="10652760" cy="713232"/>
          </a:xfrm>
          <a:prstGeom prst="roundRect">
            <a:avLst>
              <a:gd name="adj" fmla="val 7692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1005840" y="3136392"/>
            <a:ext cx="64008" cy="201168"/>
          </a:xfrm>
          <a:prstGeom prst="rect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1207008" y="29260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046220" y="3177540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4229100" y="3177540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4411980" y="3177540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4594860" y="3177540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4777740" y="3177540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6880860" y="3177540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7063740" y="3177540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7246620" y="3177540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7429500" y="3177540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7612380" y="3177540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9715500" y="3177540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9898380" y="3177540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10081260" y="3177540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10264140" y="3177540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10447020" y="3177540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1005840" y="3849624"/>
            <a:ext cx="64008" cy="201168"/>
          </a:xfrm>
          <a:prstGeom prst="rect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1207008" y="36393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Kvalita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4046220" y="3890772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4229100" y="3890772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4411980" y="3890772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4594860" y="3890772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4777740" y="3890772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6880860" y="3890772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7063740" y="3890772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7246620" y="3890772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7429500" y="3890772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7612380" y="3890772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9715500" y="3890772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9898380" y="3890772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10081260" y="3890772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10264140" y="3890772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0447020" y="3890772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777240" y="4306824"/>
            <a:ext cx="10652760" cy="713232"/>
          </a:xfrm>
          <a:prstGeom prst="roundRect">
            <a:avLst>
              <a:gd name="adj" fmla="val 7692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005840" y="4562856"/>
            <a:ext cx="64008" cy="201168"/>
          </a:xfrm>
          <a:prstGeom prst="rect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Text 47"/>
          <p:cNvSpPr/>
          <p:nvPr/>
        </p:nvSpPr>
        <p:spPr>
          <a:xfrm>
            <a:off x="1207008" y="435254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Rychlost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4046220" y="4604004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4229100" y="4604004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4411980" y="4604004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4594860" y="4604004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4777740" y="4604004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6880860" y="4604004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7063740" y="4604004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7246620" y="4604004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Shape 56"/>
          <p:cNvSpPr/>
          <p:nvPr/>
        </p:nvSpPr>
        <p:spPr>
          <a:xfrm>
            <a:off x="7429500" y="4604004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9" name="Shape 57"/>
          <p:cNvSpPr/>
          <p:nvPr/>
        </p:nvSpPr>
        <p:spPr>
          <a:xfrm>
            <a:off x="7612380" y="4604004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0" name="Shape 58"/>
          <p:cNvSpPr/>
          <p:nvPr/>
        </p:nvSpPr>
        <p:spPr>
          <a:xfrm>
            <a:off x="9715500" y="4604004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1" name="Shape 59"/>
          <p:cNvSpPr/>
          <p:nvPr/>
        </p:nvSpPr>
        <p:spPr>
          <a:xfrm>
            <a:off x="9898380" y="4604004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2" name="Shape 60"/>
          <p:cNvSpPr/>
          <p:nvPr/>
        </p:nvSpPr>
        <p:spPr>
          <a:xfrm>
            <a:off x="10081260" y="4604004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3" name="Shape 61"/>
          <p:cNvSpPr/>
          <p:nvPr/>
        </p:nvSpPr>
        <p:spPr>
          <a:xfrm>
            <a:off x="10264140" y="4604004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4" name="Shape 62"/>
          <p:cNvSpPr/>
          <p:nvPr/>
        </p:nvSpPr>
        <p:spPr>
          <a:xfrm>
            <a:off x="10447020" y="4604004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5" name="Shape 63"/>
          <p:cNvSpPr/>
          <p:nvPr/>
        </p:nvSpPr>
        <p:spPr>
          <a:xfrm>
            <a:off x="1005840" y="5276088"/>
            <a:ext cx="64008" cy="201168"/>
          </a:xfrm>
          <a:prstGeom prst="rect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6" name="Text 64"/>
          <p:cNvSpPr/>
          <p:nvPr/>
        </p:nvSpPr>
        <p:spPr>
          <a:xfrm>
            <a:off x="1207008" y="506577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Podpora</a:t>
            </a:r>
            <a:endParaRPr lang="en-US" sz="1450" dirty="0"/>
          </a:p>
        </p:txBody>
      </p:sp>
      <p:sp>
        <p:nvSpPr>
          <p:cNvPr id="67" name="Shape 65"/>
          <p:cNvSpPr/>
          <p:nvPr/>
        </p:nvSpPr>
        <p:spPr>
          <a:xfrm>
            <a:off x="4046220" y="5317236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8" name="Shape 66"/>
          <p:cNvSpPr/>
          <p:nvPr/>
        </p:nvSpPr>
        <p:spPr>
          <a:xfrm>
            <a:off x="4229100" y="5317236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9" name="Shape 67"/>
          <p:cNvSpPr/>
          <p:nvPr/>
        </p:nvSpPr>
        <p:spPr>
          <a:xfrm>
            <a:off x="4411980" y="5317236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0" name="Shape 68"/>
          <p:cNvSpPr/>
          <p:nvPr/>
        </p:nvSpPr>
        <p:spPr>
          <a:xfrm>
            <a:off x="4594860" y="5317236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1" name="Shape 69"/>
          <p:cNvSpPr/>
          <p:nvPr/>
        </p:nvSpPr>
        <p:spPr>
          <a:xfrm>
            <a:off x="4777740" y="5317236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2" name="Shape 70"/>
          <p:cNvSpPr/>
          <p:nvPr/>
        </p:nvSpPr>
        <p:spPr>
          <a:xfrm>
            <a:off x="6880860" y="5317236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3" name="Shape 71"/>
          <p:cNvSpPr/>
          <p:nvPr/>
        </p:nvSpPr>
        <p:spPr>
          <a:xfrm>
            <a:off x="7063740" y="5317236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4" name="Shape 72"/>
          <p:cNvSpPr/>
          <p:nvPr/>
        </p:nvSpPr>
        <p:spPr>
          <a:xfrm>
            <a:off x="7246620" y="5317236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5" name="Shape 73"/>
          <p:cNvSpPr/>
          <p:nvPr/>
        </p:nvSpPr>
        <p:spPr>
          <a:xfrm>
            <a:off x="7429500" y="5317236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6" name="Shape 74"/>
          <p:cNvSpPr/>
          <p:nvPr/>
        </p:nvSpPr>
        <p:spPr>
          <a:xfrm>
            <a:off x="7612380" y="5317236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7" name="Shape 75"/>
          <p:cNvSpPr/>
          <p:nvPr/>
        </p:nvSpPr>
        <p:spPr>
          <a:xfrm>
            <a:off x="9715500" y="5317236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8" name="Shape 76"/>
          <p:cNvSpPr/>
          <p:nvPr/>
        </p:nvSpPr>
        <p:spPr>
          <a:xfrm>
            <a:off x="9898380" y="5317236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9" name="Shape 77"/>
          <p:cNvSpPr/>
          <p:nvPr/>
        </p:nvSpPr>
        <p:spPr>
          <a:xfrm>
            <a:off x="10081260" y="5317236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0" name="Shape 78"/>
          <p:cNvSpPr/>
          <p:nvPr/>
        </p:nvSpPr>
        <p:spPr>
          <a:xfrm>
            <a:off x="10264140" y="5317236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1" name="Shape 79"/>
          <p:cNvSpPr/>
          <p:nvPr/>
        </p:nvSpPr>
        <p:spPr>
          <a:xfrm>
            <a:off x="10447020" y="5317236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2" name="Shape 80"/>
          <p:cNvSpPr/>
          <p:nvPr/>
        </p:nvSpPr>
        <p:spPr>
          <a:xfrm>
            <a:off x="777240" y="5733288"/>
            <a:ext cx="10652760" cy="713232"/>
          </a:xfrm>
          <a:prstGeom prst="roundRect">
            <a:avLst>
              <a:gd name="adj" fmla="val 7692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3" name="Shape 81"/>
          <p:cNvSpPr/>
          <p:nvPr/>
        </p:nvSpPr>
        <p:spPr>
          <a:xfrm>
            <a:off x="1005840" y="5989320"/>
            <a:ext cx="64008" cy="201168"/>
          </a:xfrm>
          <a:prstGeom prst="rect">
            <a:avLst/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4" name="Text 82"/>
          <p:cNvSpPr/>
          <p:nvPr/>
        </p:nvSpPr>
        <p:spPr>
          <a:xfrm>
            <a:off x="1207008" y="577900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Flexibilita</a:t>
            </a:r>
            <a:endParaRPr lang="en-US" sz="1450" dirty="0"/>
          </a:p>
        </p:txBody>
      </p:sp>
      <p:sp>
        <p:nvSpPr>
          <p:cNvPr id="85" name="Shape 83"/>
          <p:cNvSpPr/>
          <p:nvPr/>
        </p:nvSpPr>
        <p:spPr>
          <a:xfrm>
            <a:off x="4046220" y="6030468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6" name="Shape 84"/>
          <p:cNvSpPr/>
          <p:nvPr/>
        </p:nvSpPr>
        <p:spPr>
          <a:xfrm>
            <a:off x="4229100" y="6030468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7" name="Shape 85"/>
          <p:cNvSpPr/>
          <p:nvPr/>
        </p:nvSpPr>
        <p:spPr>
          <a:xfrm>
            <a:off x="4411980" y="6030468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8" name="Shape 86"/>
          <p:cNvSpPr/>
          <p:nvPr/>
        </p:nvSpPr>
        <p:spPr>
          <a:xfrm>
            <a:off x="4594860" y="6030468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9" name="Shape 87"/>
          <p:cNvSpPr/>
          <p:nvPr/>
        </p:nvSpPr>
        <p:spPr>
          <a:xfrm>
            <a:off x="4777740" y="6030468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0" name="Shape 88"/>
          <p:cNvSpPr/>
          <p:nvPr/>
        </p:nvSpPr>
        <p:spPr>
          <a:xfrm>
            <a:off x="6880860" y="6030468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1" name="Shape 89"/>
          <p:cNvSpPr/>
          <p:nvPr/>
        </p:nvSpPr>
        <p:spPr>
          <a:xfrm>
            <a:off x="7063740" y="6030468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2" name="Shape 90"/>
          <p:cNvSpPr/>
          <p:nvPr/>
        </p:nvSpPr>
        <p:spPr>
          <a:xfrm>
            <a:off x="7246620" y="6030468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3" name="Shape 91"/>
          <p:cNvSpPr/>
          <p:nvPr/>
        </p:nvSpPr>
        <p:spPr>
          <a:xfrm>
            <a:off x="7429500" y="6030468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4" name="Shape 92"/>
          <p:cNvSpPr/>
          <p:nvPr/>
        </p:nvSpPr>
        <p:spPr>
          <a:xfrm>
            <a:off x="7612380" y="6030468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5" name="Shape 93"/>
          <p:cNvSpPr/>
          <p:nvPr/>
        </p:nvSpPr>
        <p:spPr>
          <a:xfrm>
            <a:off x="9715500" y="6030468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6" name="Shape 94"/>
          <p:cNvSpPr/>
          <p:nvPr/>
        </p:nvSpPr>
        <p:spPr>
          <a:xfrm>
            <a:off x="9898380" y="6030468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7" name="Shape 95"/>
          <p:cNvSpPr/>
          <p:nvPr/>
        </p:nvSpPr>
        <p:spPr>
          <a:xfrm>
            <a:off x="10081260" y="6030468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8" name="Shape 96"/>
          <p:cNvSpPr/>
          <p:nvPr/>
        </p:nvSpPr>
        <p:spPr>
          <a:xfrm>
            <a:off x="10264140" y="6030468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9" name="Shape 97"/>
          <p:cNvSpPr/>
          <p:nvPr/>
        </p:nvSpPr>
        <p:spPr>
          <a:xfrm>
            <a:off x="10447020" y="6030468"/>
            <a:ext cx="118872" cy="118872"/>
          </a:xfrm>
          <a:prstGeom prst="ellipse">
            <a:avLst/>
          </a:prstGeom>
          <a:solidFill>
            <a:srgbClr val="E7E8F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0" name="Text 98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000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8686800" y="4206240"/>
            <a:ext cx="4114800" cy="3291840"/>
          </a:xfrm>
          <a:prstGeom prst="roundRect">
            <a:avLst>
              <a:gd name="adj" fmla="val 13889"/>
            </a:avLst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241280" y="2743200"/>
            <a:ext cx="1280160" cy="1472184"/>
          </a:xfrm>
          <a:custGeom>
            <a:avLst/>
            <a:gdLst/>
            <a:ahLst/>
            <a:cxnLst/>
            <a:rect l="l" t="t" r="r" b="b"/>
            <a:pathLst>
              <a:path w="1280160" h="1472184">
                <a:moveTo>
                  <a:pt x="0" y="0"/>
                </a:moveTo>
                <a:lnTo>
                  <a:pt x="0" y="1472184"/>
                </a:lnTo>
                <a:lnTo>
                  <a:pt x="1280160" y="736092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5" name="Image 0" descr="logo_whit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2468880" cy="949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377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4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400" dirty="0"/>
          </a:p>
        </p:txBody>
      </p:sp>
      <p:sp>
        <p:nvSpPr>
          <p:cNvPr id="7" name="Text 4"/>
          <p:cNvSpPr/>
          <p:nvPr/>
        </p:nvSpPr>
        <p:spPr>
          <a:xfrm>
            <a:off x="777240" y="3886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Roadmapa a procesy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548640" cy="54864"/>
          </a:xfrm>
          <a:prstGeom prst="rect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/>
          <p:nvPr/>
        </p:nvSpPr>
        <p:spPr>
          <a:xfrm>
            <a:off x="777240" y="5394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Praesent tristique maximus ligula, ac aliquet enim.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ROADMAPA · VARIANTA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Horizontální timeline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45920" y="3657600"/>
            <a:ext cx="8899855" cy="0"/>
          </a:xfrm>
          <a:prstGeom prst="line">
            <a:avLst/>
          </a:prstGeom>
          <a:noFill/>
          <a:ln w="3175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956816" y="3511296"/>
            <a:ext cx="292608" cy="292608"/>
          </a:xfrm>
          <a:prstGeom prst="ellipse">
            <a:avLst/>
          </a:prstGeom>
          <a:solidFill>
            <a:srgbClr val="300091"/>
          </a:solidFill>
          <a:ln w="381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103120" y="3246120"/>
            <a:ext cx="0" cy="411480"/>
          </a:xfrm>
          <a:prstGeom prst="line">
            <a:avLst/>
          </a:prstGeom>
          <a:noFill/>
          <a:ln w="19050">
            <a:solidFill>
              <a:srgbClr val="30009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960120" y="242316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4048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sit amet consectetur.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8634" y="3511296"/>
            <a:ext cx="292608" cy="292608"/>
          </a:xfrm>
          <a:prstGeom prst="ellipse">
            <a:avLst/>
          </a:prstGeom>
          <a:solidFill>
            <a:srgbClr val="F12E49"/>
          </a:solidFill>
          <a:ln w="381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4764938" y="3657600"/>
            <a:ext cx="0" cy="411480"/>
          </a:xfrm>
          <a:prstGeom prst="line">
            <a:avLst/>
          </a:prstGeom>
          <a:noFill/>
          <a:ln w="19050">
            <a:solidFill>
              <a:srgbClr val="F12E4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3439058" y="40690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3621938" y="425196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3621938" y="42519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53458" y="42336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21938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eiusmod tempor incididunt.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80453" y="3511296"/>
            <a:ext cx="292608" cy="292608"/>
          </a:xfrm>
          <a:prstGeom prst="ellipse">
            <a:avLst/>
          </a:prstGeom>
          <a:solidFill>
            <a:srgbClr val="49A2D8"/>
          </a:solidFill>
          <a:ln w="381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7426757" y="3246120"/>
            <a:ext cx="0" cy="411480"/>
          </a:xfrm>
          <a:prstGeom prst="line">
            <a:avLst/>
          </a:prstGeom>
          <a:noFill/>
          <a:ln w="19050">
            <a:solidFill>
              <a:srgbClr val="49A2D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6100877" y="22402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6283757" y="242316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6283757" y="24231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15277" y="24048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83757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labore et dolore magna.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942271" y="3511296"/>
            <a:ext cx="292608" cy="292608"/>
          </a:xfrm>
          <a:prstGeom prst="ellipse">
            <a:avLst/>
          </a:prstGeom>
          <a:solidFill>
            <a:srgbClr val="81C78F"/>
          </a:solidFill>
          <a:ln w="381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10088575" y="3657600"/>
            <a:ext cx="0" cy="411480"/>
          </a:xfrm>
          <a:prstGeom prst="line">
            <a:avLst/>
          </a:prstGeom>
          <a:noFill/>
          <a:ln w="19050">
            <a:solidFill>
              <a:srgbClr val="81C7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8762695" y="40690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8945575" y="425196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8945575" y="42519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77095" y="42336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 tempor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945575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nostrud exercitation.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ROADMAPA · VARIANTA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Vertikální timeline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194560" y="2331720"/>
            <a:ext cx="0" cy="3154680"/>
          </a:xfrm>
          <a:prstGeom prst="line">
            <a:avLst/>
          </a:prstGeom>
          <a:noFill/>
          <a:ln w="3175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57400" y="2286000"/>
            <a:ext cx="274320" cy="274320"/>
          </a:xfrm>
          <a:prstGeom prst="ellipse">
            <a:avLst/>
          </a:prstGeom>
          <a:solidFill>
            <a:srgbClr val="300091"/>
          </a:solidFill>
          <a:ln w="381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7480" y="2148840"/>
            <a:ext cx="8686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697480" y="2148840"/>
            <a:ext cx="91440" cy="841248"/>
          </a:xfrm>
          <a:prstGeom prst="roundRect">
            <a:avLst>
              <a:gd name="adj" fmla="val 50000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2971800" y="2221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71800" y="25694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amet consectetur adipiscing elit sed do.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57400" y="3246120"/>
            <a:ext cx="274320" cy="274320"/>
          </a:xfrm>
          <a:prstGeom prst="ellipse">
            <a:avLst/>
          </a:prstGeom>
          <a:solidFill>
            <a:srgbClr val="F12E49"/>
          </a:solidFill>
          <a:ln w="381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2697480" y="3108960"/>
            <a:ext cx="8686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2697480" y="3108960"/>
            <a:ext cx="91440" cy="841248"/>
          </a:xfrm>
          <a:prstGeom prst="roundRect">
            <a:avLst>
              <a:gd name="adj" fmla="val 50000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2971800" y="3182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Eiusmod tempor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71800" y="35295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Incididunt ut labore et dolore magna aliqua.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057400" y="4206240"/>
            <a:ext cx="274320" cy="274320"/>
          </a:xfrm>
          <a:prstGeom prst="ellipse">
            <a:avLst/>
          </a:prstGeom>
          <a:solidFill>
            <a:srgbClr val="49A2D8"/>
          </a:solidFill>
          <a:ln w="381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2697480" y="4069080"/>
            <a:ext cx="8686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697480" y="4069080"/>
            <a:ext cx="91440" cy="841248"/>
          </a:xfrm>
          <a:prstGeom prst="roundRect">
            <a:avLst>
              <a:gd name="adj" fmla="val 50000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2971800" y="4142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enim ad minim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71800" y="44897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 quis nostrud exercitation ullamco.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120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057400" y="5166360"/>
            <a:ext cx="274320" cy="274320"/>
          </a:xfrm>
          <a:prstGeom prst="ellipse">
            <a:avLst/>
          </a:prstGeom>
          <a:solidFill>
            <a:srgbClr val="81C78F"/>
          </a:solidFill>
          <a:ln w="381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2697480" y="5029200"/>
            <a:ext cx="8686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2697480" y="5029200"/>
            <a:ext cx="91440" cy="841248"/>
          </a:xfrm>
          <a:prstGeom prst="roundRect">
            <a:avLst>
              <a:gd name="adj" fmla="val 50000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2971800" y="51023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aute irure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971800" y="54498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in reprehenderit in voluptate velit.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ROADMAPA · VARIANTA 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Fázový plán (Gantt)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91840" y="2011680"/>
            <a:ext cx="2034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2377440"/>
            <a:ext cx="0" cy="3383280"/>
          </a:xfrm>
          <a:prstGeom prst="line">
            <a:avLst/>
          </a:prstGeom>
          <a:noFill/>
          <a:ln w="952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5326380" y="2011680"/>
            <a:ext cx="2034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26380" y="2377440"/>
            <a:ext cx="0" cy="3383280"/>
          </a:xfrm>
          <a:prstGeom prst="line">
            <a:avLst/>
          </a:prstGeom>
          <a:noFill/>
          <a:ln w="952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7360920" y="2011680"/>
            <a:ext cx="2034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60920" y="2377440"/>
            <a:ext cx="0" cy="3383280"/>
          </a:xfrm>
          <a:prstGeom prst="line">
            <a:avLst/>
          </a:prstGeom>
          <a:noFill/>
          <a:ln w="952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9395460" y="2011680"/>
            <a:ext cx="2034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95460" y="2377440"/>
            <a:ext cx="0" cy="3383280"/>
          </a:xfrm>
          <a:prstGeom prst="line">
            <a:avLst/>
          </a:prstGeom>
          <a:noFill/>
          <a:ln w="952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11430000" y="2377440"/>
            <a:ext cx="0" cy="3383280"/>
          </a:xfrm>
          <a:prstGeom prst="line">
            <a:avLst/>
          </a:prstGeom>
          <a:noFill/>
          <a:ln w="952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777240" y="2468880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64992" y="2542032"/>
            <a:ext cx="3922776" cy="402336"/>
          </a:xfrm>
          <a:prstGeom prst="roundRect">
            <a:avLst>
              <a:gd name="adj" fmla="val 22727"/>
            </a:avLst>
          </a:prstGeom>
          <a:solidFill>
            <a:srgbClr val="300091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364992" y="2542032"/>
            <a:ext cx="3922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2Q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12724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99532" y="3200400"/>
            <a:ext cx="3922776" cy="402336"/>
          </a:xfrm>
          <a:prstGeom prst="roundRect">
            <a:avLst>
              <a:gd name="adj" fmla="val 22727"/>
            </a:avLst>
          </a:prstGeom>
          <a:solidFill>
            <a:srgbClr val="F12E49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5399532" y="3200400"/>
            <a:ext cx="3922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3785616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 elit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99532" y="3858768"/>
            <a:ext cx="5957316" cy="402336"/>
          </a:xfrm>
          <a:prstGeom prst="roundRect">
            <a:avLst>
              <a:gd name="adj" fmla="val 22727"/>
            </a:avLst>
          </a:prstGeom>
          <a:solidFill>
            <a:srgbClr val="49A2D8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5399532" y="3858768"/>
            <a:ext cx="59573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3Q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4443984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tempor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34072" y="4517136"/>
            <a:ext cx="3922776" cy="402336"/>
          </a:xfrm>
          <a:prstGeom prst="roundRect">
            <a:avLst>
              <a:gd name="adj" fmla="val 22727"/>
            </a:avLst>
          </a:prstGeom>
          <a:solidFill>
            <a:srgbClr val="81C78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7434072" y="4517136"/>
            <a:ext cx="3922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2Q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5102352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labore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468612" y="5175504"/>
            <a:ext cx="1888236" cy="402336"/>
          </a:xfrm>
          <a:prstGeom prst="roundRect">
            <a:avLst>
              <a:gd name="adj" fmla="val 22727"/>
            </a:avLst>
          </a:prstGeom>
          <a:solidFill>
            <a:srgbClr val="3F3E98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9468612" y="5175504"/>
            <a:ext cx="1888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1Q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ROADMAPA · VARIANTA 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Kvartální karty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2606040" cy="320040"/>
          </a:xfrm>
          <a:prstGeom prst="rect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60120" y="3017520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1097280" y="31272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474720"/>
            <a:ext cx="960120" cy="256032"/>
          </a:xfrm>
          <a:prstGeom prst="roundRect">
            <a:avLst>
              <a:gd name="adj" fmla="val 60714"/>
            </a:avLst>
          </a:prstGeom>
          <a:solidFill>
            <a:srgbClr val="E8F4E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1097280" y="3474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3995928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1097280" y="41056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sit amet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4453128"/>
            <a:ext cx="960120" cy="256032"/>
          </a:xfrm>
          <a:prstGeom prst="roundRect">
            <a:avLst>
              <a:gd name="adj" fmla="val 60714"/>
            </a:avLst>
          </a:prstGeom>
          <a:solidFill>
            <a:srgbClr val="E8F4E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1097280" y="4453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" y="4974336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1097280" y="50840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5431536"/>
            <a:ext cx="960120" cy="256032"/>
          </a:xfrm>
          <a:prstGeom prst="roundRect">
            <a:avLst>
              <a:gd name="adj" fmla="val 60714"/>
            </a:avLst>
          </a:prstGeom>
          <a:solidFill>
            <a:srgbClr val="ECEA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1097280" y="5431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Probíhá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21488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3657600" y="214884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3657600" y="2468880"/>
            <a:ext cx="2606040" cy="320040"/>
          </a:xfrm>
          <a:prstGeom prst="rect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3657600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840480" y="3017520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3977640" y="31272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eiusmod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77640" y="3474720"/>
            <a:ext cx="960120" cy="256032"/>
          </a:xfrm>
          <a:prstGeom prst="roundRect">
            <a:avLst>
              <a:gd name="adj" fmla="val 60714"/>
            </a:avLst>
          </a:prstGeom>
          <a:solidFill>
            <a:srgbClr val="ECEA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3977640" y="3474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Probíhá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3995928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Text 28"/>
          <p:cNvSpPr/>
          <p:nvPr/>
        </p:nvSpPr>
        <p:spPr>
          <a:xfrm>
            <a:off x="3977640" y="41056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 incid.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77640" y="4453128"/>
            <a:ext cx="960120" cy="256032"/>
          </a:xfrm>
          <a:prstGeom prst="roundRect">
            <a:avLst>
              <a:gd name="adj" fmla="val 60714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3977640" y="4453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40480" y="4974336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3977640" y="50840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labore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77640" y="5431536"/>
            <a:ext cx="960120" cy="256032"/>
          </a:xfrm>
          <a:prstGeom prst="roundRect">
            <a:avLst>
              <a:gd name="adj" fmla="val 60714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Text 34"/>
          <p:cNvSpPr/>
          <p:nvPr/>
        </p:nvSpPr>
        <p:spPr>
          <a:xfrm>
            <a:off x="3977640" y="5431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37960" y="21488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6537960" y="214884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6537960" y="2468880"/>
            <a:ext cx="2606040" cy="320040"/>
          </a:xfrm>
          <a:prstGeom prst="rect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Text 38"/>
          <p:cNvSpPr/>
          <p:nvPr/>
        </p:nvSpPr>
        <p:spPr>
          <a:xfrm>
            <a:off x="6537960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720840" y="3017520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aliqua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0" y="3474720"/>
            <a:ext cx="960120" cy="256032"/>
          </a:xfrm>
          <a:prstGeom prst="roundRect">
            <a:avLst>
              <a:gd name="adj" fmla="val 60714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Text 42"/>
          <p:cNvSpPr/>
          <p:nvPr/>
        </p:nvSpPr>
        <p:spPr>
          <a:xfrm>
            <a:off x="6858000" y="3474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720840" y="3995928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Text 44"/>
          <p:cNvSpPr/>
          <p:nvPr/>
        </p:nvSpPr>
        <p:spPr>
          <a:xfrm>
            <a:off x="6858000" y="41056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nostrud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58000" y="4453128"/>
            <a:ext cx="960120" cy="256032"/>
          </a:xfrm>
          <a:prstGeom prst="roundRect">
            <a:avLst>
              <a:gd name="adj" fmla="val 60714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Text 46"/>
          <p:cNvSpPr/>
          <p:nvPr/>
        </p:nvSpPr>
        <p:spPr>
          <a:xfrm>
            <a:off x="6858000" y="4453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418320" y="21488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9418320" y="214884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9418320" y="2468880"/>
            <a:ext cx="2606040" cy="320040"/>
          </a:xfrm>
          <a:prstGeom prst="rect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Text 50"/>
          <p:cNvSpPr/>
          <p:nvPr/>
        </p:nvSpPr>
        <p:spPr>
          <a:xfrm>
            <a:off x="9418320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9601200" y="3017520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Text 52"/>
          <p:cNvSpPr/>
          <p:nvPr/>
        </p:nvSpPr>
        <p:spPr>
          <a:xfrm>
            <a:off x="9738360" y="31272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Exercitation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738360" y="3474720"/>
            <a:ext cx="960120" cy="256032"/>
          </a:xfrm>
          <a:prstGeom prst="roundRect">
            <a:avLst>
              <a:gd name="adj" fmla="val 60714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Text 54"/>
          <p:cNvSpPr/>
          <p:nvPr/>
        </p:nvSpPr>
        <p:spPr>
          <a:xfrm>
            <a:off x="9738360" y="3474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601200" y="3995928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9738360" y="41056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Ullamco laboris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738360" y="4453128"/>
            <a:ext cx="960120" cy="256032"/>
          </a:xfrm>
          <a:prstGeom prst="roundRect">
            <a:avLst>
              <a:gd name="adj" fmla="val 60714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0" name="Text 58"/>
          <p:cNvSpPr/>
          <p:nvPr/>
        </p:nvSpPr>
        <p:spPr>
          <a:xfrm>
            <a:off x="9738360" y="4453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601200" y="4974336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2" name="Text 60"/>
          <p:cNvSpPr/>
          <p:nvPr/>
        </p:nvSpPr>
        <p:spPr>
          <a:xfrm>
            <a:off x="9738360" y="50840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Nisi aliquip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738360" y="5431536"/>
            <a:ext cx="960120" cy="256032"/>
          </a:xfrm>
          <a:prstGeom prst="roundRect">
            <a:avLst>
              <a:gd name="adj" fmla="val 60714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4" name="Text 62"/>
          <p:cNvSpPr/>
          <p:nvPr/>
        </p:nvSpPr>
        <p:spPr>
          <a:xfrm>
            <a:off x="9738360" y="5431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ROADMAPA · PO MĚSÍCÍCH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Roční plán — 12 milníků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749040"/>
            <a:ext cx="10500055" cy="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532580" y="1965960"/>
            <a:ext cx="2672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96231" y="1965960"/>
            <a:ext cx="2672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59883" y="1965960"/>
            <a:ext cx="2672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23534" y="1965960"/>
            <a:ext cx="2672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3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" y="3648456"/>
            <a:ext cx="201168" cy="201168"/>
          </a:xfrm>
          <a:prstGeom prst="ellipse">
            <a:avLst/>
          </a:prstGeom>
          <a:solidFill>
            <a:srgbClr val="300091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914400" y="3264408"/>
            <a:ext cx="0" cy="484632"/>
          </a:xfrm>
          <a:prstGeom prst="line">
            <a:avLst/>
          </a:prstGeom>
          <a:noFill/>
          <a:ln w="15875">
            <a:solidFill>
              <a:srgbClr val="30009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457200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68366" y="3648456"/>
            <a:ext cx="201168" cy="201168"/>
          </a:xfrm>
          <a:prstGeom prst="ellipse">
            <a:avLst/>
          </a:prstGeom>
          <a:solidFill>
            <a:srgbClr val="300091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1868950" y="3749040"/>
            <a:ext cx="0" cy="320040"/>
          </a:xfrm>
          <a:prstGeom prst="line">
            <a:avLst/>
          </a:prstGeom>
          <a:noFill/>
          <a:ln w="15875">
            <a:solidFill>
              <a:srgbClr val="30009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411750" y="406908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11750" y="406908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1411750" y="4215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1750" y="4507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22917" y="3648456"/>
            <a:ext cx="201168" cy="201168"/>
          </a:xfrm>
          <a:prstGeom prst="ellipse">
            <a:avLst/>
          </a:prstGeom>
          <a:solidFill>
            <a:srgbClr val="300091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823501" y="3264408"/>
            <a:ext cx="0" cy="484632"/>
          </a:xfrm>
          <a:prstGeom prst="line">
            <a:avLst/>
          </a:prstGeom>
          <a:noFill/>
          <a:ln w="15875">
            <a:solidFill>
              <a:srgbClr val="30009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366301" y="242316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2366301" y="242316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2366301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Bře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66301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77467" y="3648456"/>
            <a:ext cx="201168" cy="201168"/>
          </a:xfrm>
          <a:prstGeom prst="ellipse">
            <a:avLst/>
          </a:prstGeom>
          <a:solidFill>
            <a:srgbClr val="49A2D8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3778051" y="3749040"/>
            <a:ext cx="0" cy="320040"/>
          </a:xfrm>
          <a:prstGeom prst="line">
            <a:avLst/>
          </a:prstGeom>
          <a:noFill/>
          <a:ln w="15875">
            <a:solidFill>
              <a:srgbClr val="49A2D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3320851" y="406908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3320851" y="406908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3320851" y="4215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20851" y="4507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32018" y="3648456"/>
            <a:ext cx="201168" cy="201168"/>
          </a:xfrm>
          <a:prstGeom prst="ellipse">
            <a:avLst/>
          </a:prstGeom>
          <a:solidFill>
            <a:srgbClr val="49A2D8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4732602" y="3264408"/>
            <a:ext cx="0" cy="484632"/>
          </a:xfrm>
          <a:prstGeom prst="line">
            <a:avLst/>
          </a:prstGeom>
          <a:noFill/>
          <a:ln w="15875">
            <a:solidFill>
              <a:srgbClr val="49A2D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4275402" y="242316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4275402" y="242316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Text 36"/>
          <p:cNvSpPr/>
          <p:nvPr/>
        </p:nvSpPr>
        <p:spPr>
          <a:xfrm>
            <a:off x="4275402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Kvě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275402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86568" y="3648456"/>
            <a:ext cx="201168" cy="201168"/>
          </a:xfrm>
          <a:prstGeom prst="ellipse">
            <a:avLst/>
          </a:prstGeom>
          <a:solidFill>
            <a:srgbClr val="49A2D8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5687152" y="3749040"/>
            <a:ext cx="0" cy="320040"/>
          </a:xfrm>
          <a:prstGeom prst="line">
            <a:avLst/>
          </a:prstGeom>
          <a:noFill/>
          <a:ln w="15875">
            <a:solidFill>
              <a:srgbClr val="49A2D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5229952" y="406908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5229952" y="406908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Text 42"/>
          <p:cNvSpPr/>
          <p:nvPr/>
        </p:nvSpPr>
        <p:spPr>
          <a:xfrm>
            <a:off x="5229952" y="4215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29952" y="4507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41119" y="3648456"/>
            <a:ext cx="201168" cy="201168"/>
          </a:xfrm>
          <a:prstGeom prst="ellipse">
            <a:avLst/>
          </a:prstGeom>
          <a:solidFill>
            <a:srgbClr val="81C78F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6641703" y="3264408"/>
            <a:ext cx="0" cy="484632"/>
          </a:xfrm>
          <a:prstGeom prst="line">
            <a:avLst/>
          </a:prstGeom>
          <a:noFill/>
          <a:ln w="15875">
            <a:solidFill>
              <a:srgbClr val="81C7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6184503" y="242316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6184503" y="242316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Text 48"/>
          <p:cNvSpPr/>
          <p:nvPr/>
        </p:nvSpPr>
        <p:spPr>
          <a:xfrm>
            <a:off x="6184503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Čvc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84503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95669" y="3648456"/>
            <a:ext cx="201168" cy="201168"/>
          </a:xfrm>
          <a:prstGeom prst="ellipse">
            <a:avLst/>
          </a:prstGeom>
          <a:solidFill>
            <a:srgbClr val="81C78F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7596253" y="3749040"/>
            <a:ext cx="0" cy="320040"/>
          </a:xfrm>
          <a:prstGeom prst="line">
            <a:avLst/>
          </a:prstGeom>
          <a:noFill/>
          <a:ln w="15875">
            <a:solidFill>
              <a:srgbClr val="81C7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7139053" y="406908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7139053" y="406908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Text 54"/>
          <p:cNvSpPr/>
          <p:nvPr/>
        </p:nvSpPr>
        <p:spPr>
          <a:xfrm>
            <a:off x="7139053" y="4215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139053" y="4507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450220" y="3648456"/>
            <a:ext cx="201168" cy="201168"/>
          </a:xfrm>
          <a:prstGeom prst="ellipse">
            <a:avLst/>
          </a:prstGeom>
          <a:solidFill>
            <a:srgbClr val="81C78F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9" name="Shape 57"/>
          <p:cNvSpPr/>
          <p:nvPr/>
        </p:nvSpPr>
        <p:spPr>
          <a:xfrm>
            <a:off x="8550804" y="3264408"/>
            <a:ext cx="0" cy="484632"/>
          </a:xfrm>
          <a:prstGeom prst="line">
            <a:avLst/>
          </a:prstGeom>
          <a:noFill/>
          <a:ln w="15875">
            <a:solidFill>
              <a:srgbClr val="81C7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0" name="Shape 58"/>
          <p:cNvSpPr/>
          <p:nvPr/>
        </p:nvSpPr>
        <p:spPr>
          <a:xfrm>
            <a:off x="8093604" y="242316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1" name="Shape 59"/>
          <p:cNvSpPr/>
          <p:nvPr/>
        </p:nvSpPr>
        <p:spPr>
          <a:xfrm>
            <a:off x="8093604" y="242316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2" name="Text 60"/>
          <p:cNvSpPr/>
          <p:nvPr/>
        </p:nvSpPr>
        <p:spPr>
          <a:xfrm>
            <a:off x="8093604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Zář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093604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404770" y="3648456"/>
            <a:ext cx="201168" cy="201168"/>
          </a:xfrm>
          <a:prstGeom prst="ellipse">
            <a:avLst/>
          </a:prstGeom>
          <a:solidFill>
            <a:srgbClr val="3F3E98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5" name="Shape 63"/>
          <p:cNvSpPr/>
          <p:nvPr/>
        </p:nvSpPr>
        <p:spPr>
          <a:xfrm>
            <a:off x="9505354" y="3749040"/>
            <a:ext cx="0" cy="320040"/>
          </a:xfrm>
          <a:prstGeom prst="line">
            <a:avLst/>
          </a:prstGeom>
          <a:noFill/>
          <a:ln w="15875">
            <a:solidFill>
              <a:srgbClr val="3F3E9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6" name="Shape 64"/>
          <p:cNvSpPr/>
          <p:nvPr/>
        </p:nvSpPr>
        <p:spPr>
          <a:xfrm>
            <a:off x="9048154" y="406908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7" name="Shape 65"/>
          <p:cNvSpPr/>
          <p:nvPr/>
        </p:nvSpPr>
        <p:spPr>
          <a:xfrm>
            <a:off x="9048154" y="406908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8" name="Text 66"/>
          <p:cNvSpPr/>
          <p:nvPr/>
        </p:nvSpPr>
        <p:spPr>
          <a:xfrm>
            <a:off x="9048154" y="4215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Říj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9048154" y="4507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359321" y="3648456"/>
            <a:ext cx="201168" cy="201168"/>
          </a:xfrm>
          <a:prstGeom prst="ellipse">
            <a:avLst/>
          </a:prstGeom>
          <a:solidFill>
            <a:srgbClr val="3F3E98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1" name="Shape 69"/>
          <p:cNvSpPr/>
          <p:nvPr/>
        </p:nvSpPr>
        <p:spPr>
          <a:xfrm>
            <a:off x="10459905" y="3264408"/>
            <a:ext cx="0" cy="484632"/>
          </a:xfrm>
          <a:prstGeom prst="line">
            <a:avLst/>
          </a:prstGeom>
          <a:noFill/>
          <a:ln w="15875">
            <a:solidFill>
              <a:srgbClr val="3F3E9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2" name="Shape 70"/>
          <p:cNvSpPr/>
          <p:nvPr/>
        </p:nvSpPr>
        <p:spPr>
          <a:xfrm>
            <a:off x="10002705" y="242316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3" name="Shape 71"/>
          <p:cNvSpPr/>
          <p:nvPr/>
        </p:nvSpPr>
        <p:spPr>
          <a:xfrm>
            <a:off x="10002705" y="242316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4" name="Text 72"/>
          <p:cNvSpPr/>
          <p:nvPr/>
        </p:nvSpPr>
        <p:spPr>
          <a:xfrm>
            <a:off x="10002705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0002705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1313871" y="3648456"/>
            <a:ext cx="201168" cy="201168"/>
          </a:xfrm>
          <a:prstGeom prst="ellipse">
            <a:avLst/>
          </a:prstGeom>
          <a:solidFill>
            <a:srgbClr val="3F3E98"/>
          </a:solidFill>
          <a:ln w="254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7" name="Shape 75"/>
          <p:cNvSpPr/>
          <p:nvPr/>
        </p:nvSpPr>
        <p:spPr>
          <a:xfrm>
            <a:off x="11414455" y="3749040"/>
            <a:ext cx="0" cy="320040"/>
          </a:xfrm>
          <a:prstGeom prst="line">
            <a:avLst/>
          </a:prstGeom>
          <a:noFill/>
          <a:ln w="15875">
            <a:solidFill>
              <a:srgbClr val="3F3E9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8" name="Shape 76"/>
          <p:cNvSpPr/>
          <p:nvPr/>
        </p:nvSpPr>
        <p:spPr>
          <a:xfrm>
            <a:off x="10957255" y="4069080"/>
            <a:ext cx="914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9" name="Shape 77"/>
          <p:cNvSpPr/>
          <p:nvPr/>
        </p:nvSpPr>
        <p:spPr>
          <a:xfrm>
            <a:off x="10957255" y="4069080"/>
            <a:ext cx="914400" cy="82296"/>
          </a:xfrm>
          <a:prstGeom prst="roundRect">
            <a:avLst>
              <a:gd name="adj" fmla="val 44444"/>
            </a:avLst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0" name="Text 78"/>
          <p:cNvSpPr/>
          <p:nvPr/>
        </p:nvSpPr>
        <p:spPr>
          <a:xfrm>
            <a:off x="10957255" y="4215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0957255" y="4507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 v krocích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645920" y="2377440"/>
            <a:ext cx="731520" cy="731520"/>
          </a:xfrm>
          <a:prstGeom prst="ellipse">
            <a:avLst/>
          </a:prstGeom>
          <a:solidFill>
            <a:srgbClr val="300091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16459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sit amet consectetur adipiscing.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3813048"/>
            <a:ext cx="237744" cy="273406"/>
          </a:xfrm>
          <a:custGeom>
            <a:avLst/>
            <a:gdLst/>
            <a:ahLst/>
            <a:cxnLst/>
            <a:rect l="l" t="t" r="r" b="b"/>
            <a:pathLst>
              <a:path w="237744" h="273406">
                <a:moveTo>
                  <a:pt x="0" y="0"/>
                </a:moveTo>
                <a:lnTo>
                  <a:pt x="0" y="273406"/>
                </a:lnTo>
                <a:lnTo>
                  <a:pt x="237744" y="136703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703320" y="27432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731520" cy="731520"/>
          </a:xfrm>
          <a:prstGeom prst="ellipse">
            <a:avLst/>
          </a:prstGeom>
          <a:solidFill>
            <a:srgbClr val="F12E49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38404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do eiusmod tempor incididunt labore.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81928" y="3813048"/>
            <a:ext cx="237744" cy="273406"/>
          </a:xfrm>
          <a:custGeom>
            <a:avLst/>
            <a:gdLst/>
            <a:ahLst/>
            <a:cxnLst/>
            <a:rect l="l" t="t" r="r" b="b"/>
            <a:pathLst>
              <a:path w="237744" h="273406">
                <a:moveTo>
                  <a:pt x="0" y="0"/>
                </a:moveTo>
                <a:lnTo>
                  <a:pt x="0" y="273406"/>
                </a:lnTo>
                <a:lnTo>
                  <a:pt x="237744" y="136703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6629400" y="27432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7498080" y="2377440"/>
            <a:ext cx="731520" cy="731520"/>
          </a:xfrm>
          <a:prstGeom prst="ellipse">
            <a:avLst/>
          </a:prstGeom>
          <a:solidFill>
            <a:srgbClr val="49A2D8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74980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enim ad minim veniam quis nostrud.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08008" y="3813048"/>
            <a:ext cx="237744" cy="273406"/>
          </a:xfrm>
          <a:custGeom>
            <a:avLst/>
            <a:gdLst/>
            <a:ahLst/>
            <a:cxnLst/>
            <a:rect l="l" t="t" r="r" b="b"/>
            <a:pathLst>
              <a:path w="237744" h="273406">
                <a:moveTo>
                  <a:pt x="0" y="0"/>
                </a:moveTo>
                <a:lnTo>
                  <a:pt x="0" y="273406"/>
                </a:lnTo>
                <a:lnTo>
                  <a:pt x="237744" y="136703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9555480" y="27432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10424160" y="2377440"/>
            <a:ext cx="731520" cy="731520"/>
          </a:xfrm>
          <a:prstGeom prst="ellipse">
            <a:avLst/>
          </a:prstGeom>
          <a:solidFill>
            <a:srgbClr val="81C78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104241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78408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 tempor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84080" y="38404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aute irure dolor in reprehenderit.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tribe — 5 týmů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58488" y="201168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300091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358488" y="2011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Tribe Lead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C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43304" y="3246120"/>
            <a:ext cx="8705088" cy="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6095848" y="2880360"/>
            <a:ext cx="0" cy="36576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1743304" y="3246120"/>
            <a:ext cx="0" cy="548640"/>
          </a:xfrm>
          <a:prstGeom prst="line">
            <a:avLst/>
          </a:prstGeom>
          <a:noFill/>
          <a:ln w="25400">
            <a:solidFill>
              <a:srgbClr val="30009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1688440" y="3191256"/>
            <a:ext cx="109728" cy="109728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737464" y="37947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737464" y="3794760"/>
            <a:ext cx="2011680" cy="109728"/>
          </a:xfrm>
          <a:prstGeom prst="roundRect">
            <a:avLst>
              <a:gd name="adj" fmla="val 41667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1423264" y="4087368"/>
            <a:ext cx="640080" cy="640080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1423264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4624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 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4624" y="5184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40384" y="5577840"/>
            <a:ext cx="1005840" cy="274320"/>
          </a:xfrm>
          <a:prstGeom prst="roundRect">
            <a:avLst>
              <a:gd name="adj" fmla="val 56667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1240384" y="5577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lidí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19576" y="3246120"/>
            <a:ext cx="0" cy="548640"/>
          </a:xfrm>
          <a:prstGeom prst="line">
            <a:avLst/>
          </a:prstGeom>
          <a:noFill/>
          <a:ln w="25400">
            <a:solidFill>
              <a:srgbClr val="F12E4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3864712" y="3191256"/>
            <a:ext cx="109728" cy="109728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913736" y="37947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913736" y="3794760"/>
            <a:ext cx="2011680" cy="109728"/>
          </a:xfrm>
          <a:prstGeom prst="roundRect">
            <a:avLst>
              <a:gd name="adj" fmla="val 41667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3599536" y="4087368"/>
            <a:ext cx="640080" cy="640080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3599536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050896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 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050896" y="5184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16656" y="5577840"/>
            <a:ext cx="1005840" cy="274320"/>
          </a:xfrm>
          <a:prstGeom prst="roundRect">
            <a:avLst>
              <a:gd name="adj" fmla="val 56667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3416656" y="5577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lidí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5848" y="3246120"/>
            <a:ext cx="0" cy="548640"/>
          </a:xfrm>
          <a:prstGeom prst="line">
            <a:avLst/>
          </a:prstGeom>
          <a:noFill/>
          <a:ln w="25400">
            <a:solidFill>
              <a:srgbClr val="49A2D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040984" y="3191256"/>
            <a:ext cx="109728" cy="109728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5090008" y="37947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5090008" y="3794760"/>
            <a:ext cx="2011680" cy="109728"/>
          </a:xfrm>
          <a:prstGeom prst="roundRect">
            <a:avLst>
              <a:gd name="adj" fmla="val 41667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5775808" y="4087368"/>
            <a:ext cx="640080" cy="640080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5775808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227168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 C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227168" y="5184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92928" y="5577840"/>
            <a:ext cx="1005840" cy="274320"/>
          </a:xfrm>
          <a:prstGeom prst="roundRect">
            <a:avLst>
              <a:gd name="adj" fmla="val 56667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Text 36"/>
          <p:cNvSpPr/>
          <p:nvPr/>
        </p:nvSpPr>
        <p:spPr>
          <a:xfrm>
            <a:off x="5592928" y="5577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lidí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72120" y="3246120"/>
            <a:ext cx="0" cy="548640"/>
          </a:xfrm>
          <a:prstGeom prst="line">
            <a:avLst/>
          </a:prstGeom>
          <a:noFill/>
          <a:ln w="25400">
            <a:solidFill>
              <a:srgbClr val="81C7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8217256" y="3191256"/>
            <a:ext cx="109728" cy="109728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7266280" y="37947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7266280" y="3794760"/>
            <a:ext cx="2011680" cy="109728"/>
          </a:xfrm>
          <a:prstGeom prst="roundRect">
            <a:avLst>
              <a:gd name="adj" fmla="val 41667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7952080" y="4087368"/>
            <a:ext cx="640080" cy="640080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Text 42"/>
          <p:cNvSpPr/>
          <p:nvPr/>
        </p:nvSpPr>
        <p:spPr>
          <a:xfrm>
            <a:off x="795208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40344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 D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403440" y="5184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tempor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769200" y="5577840"/>
            <a:ext cx="1005840" cy="274320"/>
          </a:xfrm>
          <a:prstGeom prst="roundRect">
            <a:avLst>
              <a:gd name="adj" fmla="val 56667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Text 46"/>
          <p:cNvSpPr/>
          <p:nvPr/>
        </p:nvSpPr>
        <p:spPr>
          <a:xfrm>
            <a:off x="7769200" y="5577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lidí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448392" y="3246120"/>
            <a:ext cx="0" cy="548640"/>
          </a:xfrm>
          <a:prstGeom prst="line">
            <a:avLst/>
          </a:prstGeom>
          <a:noFill/>
          <a:ln w="25400">
            <a:solidFill>
              <a:srgbClr val="3F3E9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10393528" y="3191256"/>
            <a:ext cx="109728" cy="109728"/>
          </a:xfrm>
          <a:prstGeom prst="ellipse">
            <a:avLst/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9442552" y="37947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9442552" y="3794760"/>
            <a:ext cx="2011680" cy="109728"/>
          </a:xfrm>
          <a:prstGeom prst="roundRect">
            <a:avLst>
              <a:gd name="adj" fmla="val 41667"/>
            </a:avLst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10128352" y="4087368"/>
            <a:ext cx="640080" cy="640080"/>
          </a:xfrm>
          <a:prstGeom prst="ellipse">
            <a:avLst/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Text 52"/>
          <p:cNvSpPr/>
          <p:nvPr/>
        </p:nvSpPr>
        <p:spPr>
          <a:xfrm>
            <a:off x="10128352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9579712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 E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579712" y="5184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labore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945472" y="5577840"/>
            <a:ext cx="1005840" cy="274320"/>
          </a:xfrm>
          <a:prstGeom prst="roundRect">
            <a:avLst>
              <a:gd name="adj" fmla="val 56667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9945472" y="5577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3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lidí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· VARIANTA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Týmy a role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1944563" cy="393192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944563" cy="777240"/>
          </a:xfrm>
          <a:prstGeom prst="roundRect">
            <a:avLst>
              <a:gd name="adj" fmla="val 11765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777240" y="2587752"/>
            <a:ext cx="1944563" cy="384048"/>
          </a:xfrm>
          <a:prstGeom prst="rect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19445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 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05840" y="3264408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739896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1234440" y="3630168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Vývojář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" y="4215384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1234440" y="4105656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4690872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1234440" y="4581144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rolí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50403" y="2194560"/>
            <a:ext cx="1944563" cy="393192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2950403" y="2194560"/>
            <a:ext cx="1944563" cy="777240"/>
          </a:xfrm>
          <a:prstGeom prst="roundRect">
            <a:avLst>
              <a:gd name="adj" fmla="val 11765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2950403" y="2587752"/>
            <a:ext cx="1944563" cy="384048"/>
          </a:xfrm>
          <a:prstGeom prst="rect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2950403" y="2194560"/>
            <a:ext cx="19445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 B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179003" y="3264408"/>
            <a:ext cx="118872" cy="118872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3407603" y="3154680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79003" y="3739896"/>
            <a:ext cx="118872" cy="118872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3407603" y="3630168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Vývojář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179003" y="4215384"/>
            <a:ext cx="118872" cy="118872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3407603" y="4105656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087563" y="5669280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rolí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23566" y="2194560"/>
            <a:ext cx="1944563" cy="393192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5123566" y="2194560"/>
            <a:ext cx="1944563" cy="777240"/>
          </a:xfrm>
          <a:prstGeom prst="roundRect">
            <a:avLst>
              <a:gd name="adj" fmla="val 11765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5123566" y="2587752"/>
            <a:ext cx="1944563" cy="384048"/>
          </a:xfrm>
          <a:prstGeom prst="rect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5123566" y="2194560"/>
            <a:ext cx="19445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 C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352166" y="3264408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5580766" y="3154680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352166" y="3739896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Text 34"/>
          <p:cNvSpPr/>
          <p:nvPr/>
        </p:nvSpPr>
        <p:spPr>
          <a:xfrm>
            <a:off x="5580766" y="3630168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Vývojář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352166" y="4215384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Text 36"/>
          <p:cNvSpPr/>
          <p:nvPr/>
        </p:nvSpPr>
        <p:spPr>
          <a:xfrm>
            <a:off x="5580766" y="4105656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352166" y="4690872"/>
            <a:ext cx="118872" cy="118872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Text 38"/>
          <p:cNvSpPr/>
          <p:nvPr/>
        </p:nvSpPr>
        <p:spPr>
          <a:xfrm>
            <a:off x="5580766" y="4581144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260726" y="5669280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rolí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296729" y="2194560"/>
            <a:ext cx="1944563" cy="393192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7296729" y="2194560"/>
            <a:ext cx="1944563" cy="777240"/>
          </a:xfrm>
          <a:prstGeom prst="roundRect">
            <a:avLst>
              <a:gd name="adj" fmla="val 11765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7296729" y="2587752"/>
            <a:ext cx="1944563" cy="384048"/>
          </a:xfrm>
          <a:prstGeom prst="rect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Text 43"/>
          <p:cNvSpPr/>
          <p:nvPr/>
        </p:nvSpPr>
        <p:spPr>
          <a:xfrm>
            <a:off x="7296729" y="2194560"/>
            <a:ext cx="19445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 D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7525329" y="3264408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Text 45"/>
          <p:cNvSpPr/>
          <p:nvPr/>
        </p:nvSpPr>
        <p:spPr>
          <a:xfrm>
            <a:off x="7753929" y="3154680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525329" y="3739896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Text 47"/>
          <p:cNvSpPr/>
          <p:nvPr/>
        </p:nvSpPr>
        <p:spPr>
          <a:xfrm>
            <a:off x="7753929" y="3630168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Vývojář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525329" y="4215384"/>
            <a:ext cx="118872" cy="118872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Text 49"/>
          <p:cNvSpPr/>
          <p:nvPr/>
        </p:nvSpPr>
        <p:spPr>
          <a:xfrm>
            <a:off x="7753929" y="4105656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433889" y="5669280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rolí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469892" y="2194560"/>
            <a:ext cx="1944563" cy="393192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9469892" y="2194560"/>
            <a:ext cx="1944563" cy="777240"/>
          </a:xfrm>
          <a:prstGeom prst="roundRect">
            <a:avLst>
              <a:gd name="adj" fmla="val 11765"/>
            </a:avLst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9469892" y="2587752"/>
            <a:ext cx="1944563" cy="384048"/>
          </a:xfrm>
          <a:prstGeom prst="rect">
            <a:avLst/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Text 54"/>
          <p:cNvSpPr/>
          <p:nvPr/>
        </p:nvSpPr>
        <p:spPr>
          <a:xfrm>
            <a:off x="9469892" y="2194560"/>
            <a:ext cx="19445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 E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9698492" y="3264408"/>
            <a:ext cx="118872" cy="118872"/>
          </a:xfrm>
          <a:prstGeom prst="ellipse">
            <a:avLst/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/>
          <p:nvPr/>
        </p:nvSpPr>
        <p:spPr>
          <a:xfrm>
            <a:off x="9927092" y="3154680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9698492" y="3739896"/>
            <a:ext cx="118872" cy="118872"/>
          </a:xfrm>
          <a:prstGeom prst="ellipse">
            <a:avLst/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0" name="Text 58"/>
          <p:cNvSpPr/>
          <p:nvPr/>
        </p:nvSpPr>
        <p:spPr>
          <a:xfrm>
            <a:off x="9927092" y="3630168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Vývojář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9698492" y="4215384"/>
            <a:ext cx="118872" cy="118872"/>
          </a:xfrm>
          <a:prstGeom prst="ellipse">
            <a:avLst/>
          </a:prstGeom>
          <a:solidFill>
            <a:srgbClr val="3F3E9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2" name="Text 60"/>
          <p:cNvSpPr/>
          <p:nvPr/>
        </p:nvSpPr>
        <p:spPr>
          <a:xfrm>
            <a:off x="9927092" y="4105656"/>
            <a:ext cx="135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9607052" y="5669280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rolí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MYŠLENKOVÁ MAPA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konceptů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 flipH="1" flipV="1">
            <a:off x="3994434" y="2704164"/>
            <a:ext cx="2101413" cy="1410636"/>
          </a:xfrm>
          <a:prstGeom prst="line">
            <a:avLst/>
          </a:prstGeom>
          <a:noFill/>
          <a:ln w="19050">
            <a:solidFill>
              <a:srgbClr val="C7C9D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 flipV="1">
            <a:off x="6095848" y="2080039"/>
            <a:ext cx="1027621" cy="2034761"/>
          </a:xfrm>
          <a:prstGeom prst="line">
            <a:avLst/>
          </a:prstGeom>
          <a:noFill/>
          <a:ln w="19050">
            <a:solidFill>
              <a:srgbClr val="C7C9D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6095848" y="4114800"/>
            <a:ext cx="2743200" cy="0"/>
          </a:xfrm>
          <a:prstGeom prst="line">
            <a:avLst/>
          </a:prstGeom>
          <a:noFill/>
          <a:ln w="19050">
            <a:solidFill>
              <a:srgbClr val="C7C9D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6095848" y="4114800"/>
            <a:ext cx="1027621" cy="2034761"/>
          </a:xfrm>
          <a:prstGeom prst="line">
            <a:avLst/>
          </a:prstGeom>
          <a:noFill/>
          <a:ln w="19050">
            <a:solidFill>
              <a:srgbClr val="C7C9D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 flipH="1">
            <a:off x="3994434" y="4114800"/>
            <a:ext cx="2101413" cy="1410636"/>
          </a:xfrm>
          <a:prstGeom prst="line">
            <a:avLst/>
          </a:prstGeom>
          <a:noFill/>
          <a:ln w="19050">
            <a:solidFill>
              <a:srgbClr val="C7C9D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5318608" y="3337560"/>
            <a:ext cx="1554480" cy="1554480"/>
          </a:xfrm>
          <a:prstGeom prst="ellipse">
            <a:avLst/>
          </a:prstGeom>
          <a:solidFill>
            <a:srgbClr val="300091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5318608" y="3337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80034" y="2374980"/>
            <a:ext cx="1828800" cy="658368"/>
          </a:xfrm>
          <a:prstGeom prst="roundRect">
            <a:avLst>
              <a:gd name="adj" fmla="val 50000"/>
            </a:avLst>
          </a:prstGeom>
          <a:solidFill>
            <a:srgbClr val="300091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3080034" y="23749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09068" y="1750855"/>
            <a:ext cx="1828800" cy="658368"/>
          </a:xfrm>
          <a:prstGeom prst="roundRect">
            <a:avLst>
              <a:gd name="adj" fmla="val 50000"/>
            </a:avLst>
          </a:prstGeom>
          <a:solidFill>
            <a:srgbClr val="F12E49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6209068" y="1750855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24648" y="3785616"/>
            <a:ext cx="1828800" cy="658368"/>
          </a:xfrm>
          <a:prstGeom prst="roundRect">
            <a:avLst>
              <a:gd name="adj" fmla="val 50000"/>
            </a:avLst>
          </a:prstGeom>
          <a:solidFill>
            <a:srgbClr val="49A2D8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7924648" y="378561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09068" y="5820377"/>
            <a:ext cx="1828800" cy="658368"/>
          </a:xfrm>
          <a:prstGeom prst="roundRect">
            <a:avLst>
              <a:gd name="adj" fmla="val 50000"/>
            </a:avLst>
          </a:prstGeom>
          <a:solidFill>
            <a:srgbClr val="81C78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6209068" y="5820377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80034" y="5196252"/>
            <a:ext cx="1828800" cy="658368"/>
          </a:xfrm>
          <a:prstGeom prst="roundRect">
            <a:avLst>
              <a:gd name="adj" fmla="val 50000"/>
            </a:avLst>
          </a:prstGeom>
          <a:solidFill>
            <a:srgbClr val="3F3E98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3080034" y="51962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MYŠLENKOVÁ MAPA · STROM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Stromová struktura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324612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300091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téma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63240" y="3749040"/>
            <a:ext cx="571500" cy="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3634740" y="2258568"/>
            <a:ext cx="0" cy="1490472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634740" y="2258568"/>
            <a:ext cx="571500" cy="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4206240" y="1901952"/>
            <a:ext cx="25603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5400">
            <a:solidFill>
              <a:srgbClr val="300091"/>
            </a:solidFill>
            <a:prstDash val="solid"/>
          </a:ln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4206240" y="2011680"/>
            <a:ext cx="82296" cy="493776"/>
          </a:xfrm>
          <a:prstGeom prst="rect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4434840" y="190195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2258568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7040880" y="1975104"/>
            <a:ext cx="0" cy="283464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7040880" y="1975104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7315200" y="1746504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7498080" y="1911096"/>
            <a:ext cx="128016" cy="128016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7726680" y="17465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sit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2258568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7040880" y="2258568"/>
            <a:ext cx="0" cy="283464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7040880" y="2542032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7315200" y="2313432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7498080" y="2478024"/>
            <a:ext cx="128016" cy="128016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7726680" y="2313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elit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063240" y="3749040"/>
            <a:ext cx="571500" cy="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634740" y="3429000"/>
            <a:ext cx="0" cy="32004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34740" y="3429000"/>
            <a:ext cx="571500" cy="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4206240" y="3072384"/>
            <a:ext cx="25603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5400">
            <a:solidFill>
              <a:srgbClr val="F12E49"/>
            </a:solidFill>
            <a:prstDash val="solid"/>
          </a:ln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3182112"/>
            <a:ext cx="82296" cy="493776"/>
          </a:xfrm>
          <a:prstGeom prst="rect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Text 28"/>
          <p:cNvSpPr/>
          <p:nvPr/>
        </p:nvSpPr>
        <p:spPr>
          <a:xfrm>
            <a:off x="4434840" y="307238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766560" y="3429000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7040880" y="3145536"/>
            <a:ext cx="0" cy="283464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7040880" y="3145536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7315200" y="2916936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7498080" y="3081528"/>
            <a:ext cx="128016" cy="128016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Text 34"/>
          <p:cNvSpPr/>
          <p:nvPr/>
        </p:nvSpPr>
        <p:spPr>
          <a:xfrm>
            <a:off x="7726680" y="29169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766560" y="3429000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7040880" y="3429000"/>
            <a:ext cx="0" cy="283464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7040880" y="3712464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7315200" y="3483864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7498080" y="3648456"/>
            <a:ext cx="128016" cy="128016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Text 40"/>
          <p:cNvSpPr/>
          <p:nvPr/>
        </p:nvSpPr>
        <p:spPr>
          <a:xfrm>
            <a:off x="7726680" y="34838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063240" y="3749040"/>
            <a:ext cx="571500" cy="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3634740" y="3749040"/>
            <a:ext cx="0" cy="850392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3634740" y="4599432"/>
            <a:ext cx="571500" cy="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4206240" y="4242816"/>
            <a:ext cx="25603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5400">
            <a:solidFill>
              <a:srgbClr val="49A2D8"/>
            </a:solidFill>
            <a:prstDash val="solid"/>
          </a:ln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4206240" y="4352544"/>
            <a:ext cx="82296" cy="493776"/>
          </a:xfrm>
          <a:prstGeom prst="rect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Text 46"/>
          <p:cNvSpPr/>
          <p:nvPr/>
        </p:nvSpPr>
        <p:spPr>
          <a:xfrm>
            <a:off x="4434840" y="424281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766560" y="4599432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7040880" y="4315968"/>
            <a:ext cx="0" cy="283464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7040880" y="4315968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7315200" y="4087368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7498080" y="4251960"/>
            <a:ext cx="128016" cy="128016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Text 52"/>
          <p:cNvSpPr/>
          <p:nvPr/>
        </p:nvSpPr>
        <p:spPr>
          <a:xfrm>
            <a:off x="7726680" y="4087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766560" y="4599432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7040880" y="4599432"/>
            <a:ext cx="0" cy="283464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7040880" y="4882896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8" name="Shape 56"/>
          <p:cNvSpPr/>
          <p:nvPr/>
        </p:nvSpPr>
        <p:spPr>
          <a:xfrm>
            <a:off x="7315200" y="4654296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9" name="Shape 57"/>
          <p:cNvSpPr/>
          <p:nvPr/>
        </p:nvSpPr>
        <p:spPr>
          <a:xfrm>
            <a:off x="7498080" y="4818888"/>
            <a:ext cx="128016" cy="128016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0" name="Text 58"/>
          <p:cNvSpPr/>
          <p:nvPr/>
        </p:nvSpPr>
        <p:spPr>
          <a:xfrm>
            <a:off x="7726680" y="46542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Nostrud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063240" y="3749040"/>
            <a:ext cx="571500" cy="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2" name="Shape 60"/>
          <p:cNvSpPr/>
          <p:nvPr/>
        </p:nvSpPr>
        <p:spPr>
          <a:xfrm>
            <a:off x="3634740" y="3749040"/>
            <a:ext cx="0" cy="2020824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3" name="Shape 61"/>
          <p:cNvSpPr/>
          <p:nvPr/>
        </p:nvSpPr>
        <p:spPr>
          <a:xfrm>
            <a:off x="3634740" y="5769864"/>
            <a:ext cx="571500" cy="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4" name="Shape 62"/>
          <p:cNvSpPr/>
          <p:nvPr/>
        </p:nvSpPr>
        <p:spPr>
          <a:xfrm>
            <a:off x="4206240" y="5413248"/>
            <a:ext cx="25603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5400">
            <a:solidFill>
              <a:srgbClr val="81C78F"/>
            </a:solidFill>
            <a:prstDash val="solid"/>
          </a:ln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5" name="Shape 63"/>
          <p:cNvSpPr/>
          <p:nvPr/>
        </p:nvSpPr>
        <p:spPr>
          <a:xfrm>
            <a:off x="4206240" y="5522976"/>
            <a:ext cx="82296" cy="493776"/>
          </a:xfrm>
          <a:prstGeom prst="rect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6" name="Text 64"/>
          <p:cNvSpPr/>
          <p:nvPr/>
        </p:nvSpPr>
        <p:spPr>
          <a:xfrm>
            <a:off x="4434840" y="541324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eiusmod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766560" y="5769864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8" name="Shape 66"/>
          <p:cNvSpPr/>
          <p:nvPr/>
        </p:nvSpPr>
        <p:spPr>
          <a:xfrm>
            <a:off x="7040880" y="5486400"/>
            <a:ext cx="0" cy="283464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9" name="Shape 67"/>
          <p:cNvSpPr/>
          <p:nvPr/>
        </p:nvSpPr>
        <p:spPr>
          <a:xfrm>
            <a:off x="7040880" y="5486400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0" name="Shape 68"/>
          <p:cNvSpPr/>
          <p:nvPr/>
        </p:nvSpPr>
        <p:spPr>
          <a:xfrm>
            <a:off x="7315200" y="52578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1" name="Shape 69"/>
          <p:cNvSpPr/>
          <p:nvPr/>
        </p:nvSpPr>
        <p:spPr>
          <a:xfrm>
            <a:off x="7498080" y="5422392"/>
            <a:ext cx="128016" cy="128016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2" name="Text 70"/>
          <p:cNvSpPr/>
          <p:nvPr/>
        </p:nvSpPr>
        <p:spPr>
          <a:xfrm>
            <a:off x="7726680" y="5257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Aliquip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766560" y="5769864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4" name="Shape 72"/>
          <p:cNvSpPr/>
          <p:nvPr/>
        </p:nvSpPr>
        <p:spPr>
          <a:xfrm>
            <a:off x="7040880" y="5769864"/>
            <a:ext cx="0" cy="283464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5" name="Shape 73"/>
          <p:cNvSpPr/>
          <p:nvPr/>
        </p:nvSpPr>
        <p:spPr>
          <a:xfrm>
            <a:off x="7040880" y="6053328"/>
            <a:ext cx="274320" cy="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6" name="Shape 74"/>
          <p:cNvSpPr/>
          <p:nvPr/>
        </p:nvSpPr>
        <p:spPr>
          <a:xfrm>
            <a:off x="7315200" y="5824728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7" name="Shape 75"/>
          <p:cNvSpPr/>
          <p:nvPr/>
        </p:nvSpPr>
        <p:spPr>
          <a:xfrm>
            <a:off x="7498080" y="5989320"/>
            <a:ext cx="128016" cy="128016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8" name="Text 76"/>
          <p:cNvSpPr/>
          <p:nvPr/>
        </p:nvSpPr>
        <p:spPr>
          <a:xfrm>
            <a:off x="7726680" y="5824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Commodo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MYŠLENKOVÁ MAPA · STROM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Stromová struktura (vertikální)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24248" y="196596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300091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724248" y="19659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téma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848" y="2834640"/>
            <a:ext cx="0" cy="22860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1953616" y="3063240"/>
            <a:ext cx="8284464" cy="0"/>
          </a:xfrm>
          <a:prstGeom prst="line">
            <a:avLst/>
          </a:prstGeom>
          <a:noFill/>
          <a:ln w="254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1953616" y="3063240"/>
            <a:ext cx="0" cy="365760"/>
          </a:xfrm>
          <a:prstGeom prst="line">
            <a:avLst/>
          </a:prstGeom>
          <a:noFill/>
          <a:ln w="25400">
            <a:solidFill>
              <a:srgbClr val="30009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1898752" y="3008376"/>
            <a:ext cx="109728" cy="109728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719176" y="34290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300091"/>
            </a:solidFill>
            <a:prstDash val="solid"/>
          </a:ln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719176" y="3538728"/>
            <a:ext cx="82296" cy="557784"/>
          </a:xfrm>
          <a:prstGeom prst="rect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975208" y="3429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53616" y="4206240"/>
            <a:ext cx="0" cy="32004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993496" y="45262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1176376" y="4713732"/>
            <a:ext cx="128016" cy="128016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1404976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sit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953616" y="5029200"/>
            <a:ext cx="0" cy="164592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993496" y="5193792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176376" y="5381244"/>
            <a:ext cx="128016" cy="128016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1404976" y="5193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15104" y="3063240"/>
            <a:ext cx="0" cy="365760"/>
          </a:xfrm>
          <a:prstGeom prst="line">
            <a:avLst/>
          </a:prstGeom>
          <a:noFill/>
          <a:ln w="25400">
            <a:solidFill>
              <a:srgbClr val="F12E4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4660240" y="3008376"/>
            <a:ext cx="109728" cy="109728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3480664" y="34290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F12E49"/>
            </a:solidFill>
            <a:prstDash val="solid"/>
          </a:ln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480664" y="3538728"/>
            <a:ext cx="82296" cy="557784"/>
          </a:xfrm>
          <a:prstGeom prst="rect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3736696" y="3429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15104" y="4206240"/>
            <a:ext cx="0" cy="32004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754984" y="45262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3937864" y="4713732"/>
            <a:ext cx="128016" cy="128016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Text 28"/>
          <p:cNvSpPr/>
          <p:nvPr/>
        </p:nvSpPr>
        <p:spPr>
          <a:xfrm>
            <a:off x="4166464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15104" y="5029200"/>
            <a:ext cx="0" cy="164592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3754984" y="5193792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3937864" y="5381244"/>
            <a:ext cx="128016" cy="128016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4166464" y="5193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76592" y="3063240"/>
            <a:ext cx="0" cy="365760"/>
          </a:xfrm>
          <a:prstGeom prst="line">
            <a:avLst/>
          </a:prstGeom>
          <a:noFill/>
          <a:ln w="25400">
            <a:solidFill>
              <a:srgbClr val="49A2D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7421728" y="3008376"/>
            <a:ext cx="109728" cy="109728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6242152" y="34290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49A2D8"/>
            </a:solidFill>
            <a:prstDash val="solid"/>
          </a:ln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6242152" y="3538728"/>
            <a:ext cx="82296" cy="557784"/>
          </a:xfrm>
          <a:prstGeom prst="rect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Text 37"/>
          <p:cNvSpPr/>
          <p:nvPr/>
        </p:nvSpPr>
        <p:spPr>
          <a:xfrm>
            <a:off x="6498184" y="3429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76592" y="4206240"/>
            <a:ext cx="0" cy="32004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6516472" y="45262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6699352" y="4713732"/>
            <a:ext cx="128016" cy="128016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Text 41"/>
          <p:cNvSpPr/>
          <p:nvPr/>
        </p:nvSpPr>
        <p:spPr>
          <a:xfrm>
            <a:off x="6927952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76592" y="5029200"/>
            <a:ext cx="0" cy="164592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6516472" y="5193792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6699352" y="5381244"/>
            <a:ext cx="128016" cy="128016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Text 45"/>
          <p:cNvSpPr/>
          <p:nvPr/>
        </p:nvSpPr>
        <p:spPr>
          <a:xfrm>
            <a:off x="6927952" y="5193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Nostrud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0238080" y="3063240"/>
            <a:ext cx="0" cy="365760"/>
          </a:xfrm>
          <a:prstGeom prst="line">
            <a:avLst/>
          </a:prstGeom>
          <a:noFill/>
          <a:ln w="25400">
            <a:solidFill>
              <a:srgbClr val="81C7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10183216" y="3008376"/>
            <a:ext cx="109728" cy="109728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9003640" y="34290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81C78F"/>
            </a:solidFill>
            <a:prstDash val="solid"/>
          </a:ln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9003640" y="3538728"/>
            <a:ext cx="82296" cy="557784"/>
          </a:xfrm>
          <a:prstGeom prst="rect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Text 50"/>
          <p:cNvSpPr/>
          <p:nvPr/>
        </p:nvSpPr>
        <p:spPr>
          <a:xfrm>
            <a:off x="9259672" y="3429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10238080" y="4206240"/>
            <a:ext cx="0" cy="320040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9277960" y="45262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9460840" y="4713732"/>
            <a:ext cx="128016" cy="128016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Text 54"/>
          <p:cNvSpPr/>
          <p:nvPr/>
        </p:nvSpPr>
        <p:spPr>
          <a:xfrm>
            <a:off x="9689440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Aliquip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10238080" y="5029200"/>
            <a:ext cx="0" cy="164592"/>
          </a:xfrm>
          <a:prstGeom prst="line">
            <a:avLst/>
          </a:prstGeom>
          <a:noFill/>
          <a:ln w="15875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8" name="Shape 56"/>
          <p:cNvSpPr/>
          <p:nvPr/>
        </p:nvSpPr>
        <p:spPr>
          <a:xfrm>
            <a:off x="9277960" y="5193792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9" name="Shape 57"/>
          <p:cNvSpPr/>
          <p:nvPr/>
        </p:nvSpPr>
        <p:spPr>
          <a:xfrm>
            <a:off x="9460840" y="5381244"/>
            <a:ext cx="128016" cy="128016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0" name="Text 58"/>
          <p:cNvSpPr/>
          <p:nvPr/>
        </p:nvSpPr>
        <p:spPr>
          <a:xfrm>
            <a:off x="9689440" y="5193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Commodo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Další kroky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051560" y="25146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429000" y="2651760"/>
            <a:ext cx="457200" cy="457200"/>
          </a:xfrm>
          <a:prstGeom prst="ellipse">
            <a:avLst/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342900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3611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4160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amet consectetur adipiscing elit sed.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51560" y="51206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1051560" y="5120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Tento týden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228600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4800600" y="25146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15" name="Shape 13"/>
          <p:cNvSpPr/>
          <p:nvPr/>
        </p:nvSpPr>
        <p:spPr>
          <a:xfrm>
            <a:off x="7178040" y="2651760"/>
            <a:ext cx="457200" cy="457200"/>
          </a:xfrm>
          <a:prstGeom prst="ellipse">
            <a:avLst/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71780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00600" y="3611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eiusmod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00600" y="4160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 incididunt ut labore et dolore.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00600" y="51206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4800600" y="5120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konce měsíce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75320" y="228600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8549640" y="25146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23" name="Shape 21"/>
          <p:cNvSpPr/>
          <p:nvPr/>
        </p:nvSpPr>
        <p:spPr>
          <a:xfrm>
            <a:off x="10927080" y="2651760"/>
            <a:ext cx="457200" cy="457200"/>
          </a:xfrm>
          <a:prstGeom prst="ellipse">
            <a:avLst/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1092708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49640" y="3611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 ullamco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49640" y="4160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nostrud exercitation laboris nisi.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49640" y="51206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1F2F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8549640" y="5120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Textově bohatý obsah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Praesent tristique maximus ligula, ac aliquet enim suscipit in. Sed do eiusmod tempor incididunt ut labore.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264261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 sit amet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91693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adipiscing elit, sed do eiusmod tempor incididunt ut labore et dolore magna aliqua.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5112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1234440" y="34290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enim ad minim veniam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78561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nostrud exercitation ullamco laboris nisi ut aliquip ex ea commodo consequat.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37997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1234440" y="42976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aute irure dolor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65429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reprehenderit in voluptate velit esse cillum dolore eu fugiat nulla pariatur.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52486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1234440" y="5166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Excepteur sint occaecat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552297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Cupidatat non proident, sunt in culpa qui officia deserunt mollit anim id est laborum.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21040" y="2240280"/>
            <a:ext cx="3108960" cy="3840480"/>
          </a:xfrm>
          <a:prstGeom prst="roundRect">
            <a:avLst>
              <a:gd name="adj" fmla="val 3529"/>
            </a:avLst>
          </a:prstGeom>
          <a:solidFill>
            <a:srgbClr val="300091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8641080" y="2560320"/>
            <a:ext cx="274320" cy="315468"/>
          </a:xfrm>
          <a:custGeom>
            <a:avLst/>
            <a:gdLst/>
            <a:ahLst/>
            <a:cxnLst/>
            <a:rect l="l" t="t" r="r" b="b"/>
            <a:pathLst>
              <a:path w="274320" h="315468">
                <a:moveTo>
                  <a:pt x="0" y="0"/>
                </a:moveTo>
                <a:lnTo>
                  <a:pt x="0" y="315468"/>
                </a:lnTo>
                <a:lnTo>
                  <a:pt x="274320" y="157734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8641080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Klíčové sdělení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41080" y="352044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Praesent tristique maximus ligula, ac aliquet enim suscipit in dolor. Sed eiusmod tempor.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41080" y="5029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8641080" y="5623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· VARIANTA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Dvousloupcový obsah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1663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97280" y="251460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252728" y="2670048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1783080" y="2514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3291840"/>
            <a:ext cx="4526280" cy="0"/>
          </a:xfrm>
          <a:prstGeom prst="line">
            <a:avLst/>
          </a:prstGeom>
          <a:noFill/>
          <a:ln w="127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1143000" y="3639312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1417320" y="3520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adipiscing elit sed do eiusmod tempor.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" y="4352544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1417320" y="42336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Incididunt ut labore et dolore magna aliqua enim.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43000" y="5065776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1417320" y="49469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nostrud exercitation ullamco laboris nisi.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43000" y="5779008"/>
            <a:ext cx="118872" cy="118872"/>
          </a:xfrm>
          <a:prstGeom prst="ellipse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1417320" y="56601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aute irure dolor in reprehenderit voluptate.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2194560"/>
            <a:ext cx="51663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6583680" y="251460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6739128" y="2670048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7269480" y="2514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sit amet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0" y="3291840"/>
            <a:ext cx="4526280" cy="0"/>
          </a:xfrm>
          <a:prstGeom prst="line">
            <a:avLst/>
          </a:prstGeom>
          <a:noFill/>
          <a:ln w="12700">
            <a:solidFill>
              <a:srgbClr val="E7E8F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6629400" y="3639312"/>
            <a:ext cx="118872" cy="118872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6903720" y="3520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Excepteur sint occaecat cupidatat non proident.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29400" y="4352544"/>
            <a:ext cx="118872" cy="118872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6903720" y="42336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Sunt in culpa qui officia deserunt mollit anim.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5065776"/>
            <a:ext cx="118872" cy="118872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6903720" y="49469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ut perspiciatis unde omnis iste natus error.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5779008"/>
            <a:ext cx="118872" cy="118872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Text 28"/>
          <p:cNvSpPr/>
          <p:nvPr/>
        </p:nvSpPr>
        <p:spPr>
          <a:xfrm>
            <a:off x="6903720" y="56601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Voluptatem accusantium doloremque laudantium totam.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000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291840" cy="3291840"/>
          </a:xfrm>
          <a:prstGeom prst="ellipse">
            <a:avLst/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3108960" cy="3108960"/>
          </a:xfrm>
          <a:prstGeom prst="ellipse">
            <a:avLst/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777240" y="777240"/>
            <a:ext cx="502920" cy="578358"/>
          </a:xfrm>
          <a:custGeom>
            <a:avLst/>
            <a:gdLst/>
            <a:ahLst/>
            <a:cxnLst/>
            <a:rect l="l" t="t" r="r" b="b"/>
            <a:pathLst>
              <a:path w="502920" h="578358">
                <a:moveTo>
                  <a:pt x="0" y="0"/>
                </a:moveTo>
                <a:lnTo>
                  <a:pt x="0" y="578358"/>
                </a:lnTo>
                <a:lnTo>
                  <a:pt x="502920" y="289179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371600" y="841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ROZHODNUTÍ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9418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 sit amet, consectetur adipiscing elit sed do eiusmod.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203808" y="475488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1478128" y="5029200"/>
            <a:ext cx="320040" cy="320040"/>
          </a:xfrm>
          <a:prstGeom prst="ellipse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1935328" y="4754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87088" y="475488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4861408" y="5029200"/>
            <a:ext cx="320040" cy="320040"/>
          </a:xfrm>
          <a:prstGeom prst="ellipse">
            <a:avLst/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5318608" y="4754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70368" y="475488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8244688" y="5029200"/>
            <a:ext cx="320040" cy="320040"/>
          </a:xfrm>
          <a:prstGeom prst="ellipse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8701888" y="4754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 elit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POROVNÁNÍ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varianty vedle sebe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3301898" cy="402336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51560" y="2514600"/>
            <a:ext cx="2753258" cy="822960"/>
          </a:xfrm>
          <a:prstGeom prst="roundRect">
            <a:avLst>
              <a:gd name="adj" fmla="val 11111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3657600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elit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4224528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eiusmod tempor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4791456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labore dolore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300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00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5358384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nostrud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44898" y="2011680"/>
            <a:ext cx="3301898" cy="438912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5A5478">
                <a:alpha val="1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4444898" y="2011680"/>
            <a:ext cx="3301898" cy="4389120"/>
          </a:xfrm>
          <a:prstGeom prst="roundRect">
            <a:avLst>
              <a:gd name="adj" fmla="val 2769"/>
            </a:avLst>
          </a:prstGeom>
          <a:ln w="31750">
            <a:solidFill>
              <a:srgbClr val="F12E4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5181448" y="17830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5181448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DOPORUČENO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19218" y="2514600"/>
            <a:ext cx="2753258" cy="822960"/>
          </a:xfrm>
          <a:prstGeom prst="roundRect">
            <a:avLst>
              <a:gd name="adj" fmla="val 11111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4719218" y="251460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10658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76418" y="3657600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elit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10658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76418" y="4224528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eiusmod tempor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10658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76418" y="4791456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labore dolore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10658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76418" y="5358384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Exercitation ullamco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12557" y="2194560"/>
            <a:ext cx="3301898" cy="402336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8386877" y="2514600"/>
            <a:ext cx="2753258" cy="822960"/>
          </a:xfrm>
          <a:prstGeom prst="roundRect">
            <a:avLst>
              <a:gd name="adj" fmla="val 11111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8386877" y="251460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478317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44077" y="3657600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elit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478317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44077" y="4224528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eiusmod tempor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478317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844077" y="4791456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Aliquip commodo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78317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1C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844077" y="5358384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Reprehenderit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67512"/>
            <a:ext cx="137160" cy="157734"/>
          </a:xfrm>
          <a:custGeom>
            <a:avLst/>
            <a:gdLst/>
            <a:ahLst/>
            <a:cxnLst/>
            <a:rect l="l" t="t" r="r" b="b"/>
            <a:pathLst>
              <a:path w="137160" h="157734">
                <a:moveTo>
                  <a:pt x="0" y="0"/>
                </a:moveTo>
                <a:lnTo>
                  <a:pt x="0" y="157734"/>
                </a:lnTo>
                <a:lnTo>
                  <a:pt x="137160" y="78867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1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ŠTÍTKY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 s kategoriemi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57400" y="1755648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2057400" y="175564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57016" y="1755648"/>
            <a:ext cx="1014984" cy="310896"/>
          </a:xfrm>
          <a:prstGeom prst="roundRect">
            <a:avLst>
              <a:gd name="adj" fmla="val 50000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3557016" y="1755648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755648"/>
            <a:ext cx="1014984" cy="310896"/>
          </a:xfrm>
          <a:prstGeom prst="roundRect">
            <a:avLst>
              <a:gd name="adj" fmla="val 50000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4754880" y="1755648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52744" y="1755648"/>
            <a:ext cx="1014984" cy="310896"/>
          </a:xfrm>
          <a:prstGeom prst="roundRect">
            <a:avLst>
              <a:gd name="adj" fmla="val 50000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952744" y="1755648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331720"/>
            <a:ext cx="10652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777240" y="2496312"/>
            <a:ext cx="82296" cy="493776"/>
          </a:xfrm>
          <a:prstGeom prst="rect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1097280" y="24780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 sit amet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97280" y="28254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adipiscing elit, sed do eiusmod tempor incididunt ut labore.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09660" y="2587752"/>
            <a:ext cx="1229868" cy="310896"/>
          </a:xfrm>
          <a:prstGeom prst="roundRect">
            <a:avLst>
              <a:gd name="adj" fmla="val 50000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8709660" y="2587752"/>
            <a:ext cx="1229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76688" y="2587752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81C78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10076688" y="2587752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3319272"/>
            <a:ext cx="10652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777240" y="3483864"/>
            <a:ext cx="82296" cy="493776"/>
          </a:xfrm>
          <a:prstGeom prst="rect">
            <a:avLst/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1097280" y="346557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enim ad minim veniam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97280" y="38130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 nostrud exercitation ullamco laboris nisi ut aliquip ex ea commodo.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76688" y="3575304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10076688" y="3575304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Provoz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4306824"/>
            <a:ext cx="10652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777240" y="4471416"/>
            <a:ext cx="82296" cy="493776"/>
          </a:xfrm>
          <a:prstGeom prst="rect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Text 28"/>
          <p:cNvSpPr/>
          <p:nvPr/>
        </p:nvSpPr>
        <p:spPr>
          <a:xfrm>
            <a:off x="1097280" y="44531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aute irure dolor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097280" y="4800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reprehenderit in voluptate velit esse cillum dolore eu fugiat nulla.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97696" y="4562856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8997696" y="45628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076688" y="4562856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49A2D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Text 33"/>
          <p:cNvSpPr/>
          <p:nvPr/>
        </p:nvSpPr>
        <p:spPr>
          <a:xfrm>
            <a:off x="10076688" y="45628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Provoz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77240" y="5294376"/>
            <a:ext cx="10652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A5478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777240" y="5458968"/>
            <a:ext cx="82296" cy="493776"/>
          </a:xfrm>
          <a:prstGeom prst="rect">
            <a:avLst/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Text 36"/>
          <p:cNvSpPr/>
          <p:nvPr/>
        </p:nvSpPr>
        <p:spPr>
          <a:xfrm>
            <a:off x="1097280" y="5440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Excepteur sint occaecat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1097280" y="57881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Cupidatat non proident, sunt in culpa qui officia deserunt mollit anim.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788652" y="5550408"/>
            <a:ext cx="1229868" cy="310896"/>
          </a:xfrm>
          <a:prstGeom prst="roundRect">
            <a:avLst>
              <a:gd name="adj" fmla="val 50000"/>
            </a:avLst>
          </a:prstGeom>
          <a:solidFill>
            <a:srgbClr val="30009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Text 39"/>
          <p:cNvSpPr/>
          <p:nvPr/>
        </p:nvSpPr>
        <p:spPr>
          <a:xfrm>
            <a:off x="9788652" y="5550408"/>
            <a:ext cx="12298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140135" y="6291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5400000">
            <a:off x="777240" y="667512"/>
            <a:ext cx="137160" cy="155448"/>
          </a:xfrm>
          <a:prstGeom prst="triangle">
            <a:avLst/>
          </a:prstGeom>
          <a:solidFill>
            <a:srgbClr val="F1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F12E49"/>
                </a:solidFill>
                <a:latin typeface="Calibri"/>
              </a:rPr>
              <a:t>UKÁZKA APLIKACE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1346"/>
                </a:solidFill>
                <a:latin typeface="Calibri"/>
              </a:rPr>
              <a:t>Náhled v zařízení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629107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8E8AA8"/>
                </a:solidFill>
                <a:latin typeface="Calibri"/>
              </a:rPr>
              <a:t>33</a:t>
            </a:r>
          </a:p>
        </p:txBody>
      </p:sp>
      <p:pic>
        <p:nvPicPr>
          <p:cNvPr id="6" name="Picture 5" descr="mac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47" y="1828800"/>
            <a:ext cx="7772400" cy="4444841"/>
          </a:xfrm>
          <a:prstGeom prst="rect">
            <a:avLst/>
          </a:prstGeom>
        </p:spPr>
      </p:pic>
      <p:pic>
        <p:nvPicPr>
          <p:cNvPr id="60" name="Screenshot (změnit obrázek)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519620" y="2361533"/>
            <a:ext cx="5152453" cy="3210973"/>
          </a:xfrm>
          <a:prstGeom prst="roundRect">
            <a:avLst>
              <a:gd name="adj" fmla="val 1109"/>
            </a:avLst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5400000">
            <a:off x="777240" y="667512"/>
            <a:ext cx="137160" cy="155448"/>
          </a:xfrm>
          <a:prstGeom prst="triangle">
            <a:avLst/>
          </a:prstGeom>
          <a:solidFill>
            <a:srgbClr val="F1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F12E49"/>
                </a:solidFill>
                <a:latin typeface="Calibri"/>
              </a:rPr>
              <a:t>UKÁZKA APLIKACE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1346"/>
                </a:solidFill>
                <a:latin typeface="Calibri"/>
              </a:rPr>
              <a:t>Mobilní zařízení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629107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8E8AA8"/>
                </a:solidFill>
                <a:latin typeface="Calibri"/>
              </a:rPr>
              <a:t>34</a:t>
            </a:r>
          </a:p>
        </p:txBody>
      </p:sp>
      <p:pic>
        <p:nvPicPr>
          <p:cNvPr id="6" name="Picture 5" descr="i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47" y="1828800"/>
            <a:ext cx="2286000" cy="4572000"/>
          </a:xfrm>
          <a:prstGeom prst="rect">
            <a:avLst/>
          </a:prstGeom>
        </p:spPr>
      </p:pic>
      <p:pic>
        <p:nvPicPr>
          <p:cNvPr id="60" name="Screenshot (změnit obrázek)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128107" y="1992630"/>
            <a:ext cx="1935480" cy="4206240"/>
          </a:xfrm>
          <a:prstGeom prst="roundRect">
            <a:avLst>
              <a:gd name="adj" fmla="val 14371"/>
            </a:avLst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5400000">
            <a:off x="777240" y="667512"/>
            <a:ext cx="137160" cy="155448"/>
          </a:xfrm>
          <a:prstGeom prst="triangle">
            <a:avLst/>
          </a:prstGeom>
          <a:solidFill>
            <a:srgbClr val="F1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F12E49"/>
                </a:solidFill>
                <a:latin typeface="Calibri"/>
              </a:rPr>
              <a:t>UKÁZKA APLIKACE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1346"/>
                </a:solidFill>
                <a:latin typeface="Calibri"/>
              </a:rPr>
              <a:t>MacBook s popisem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629107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8E8AA8"/>
                </a:solidFill>
                <a:latin typeface="Calibri"/>
              </a:rPr>
              <a:t>35</a:t>
            </a:r>
          </a:p>
        </p:txBody>
      </p:sp>
      <p:pic>
        <p:nvPicPr>
          <p:cNvPr id="6" name="Picture 5" descr="mac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6035040" cy="3451288"/>
          </a:xfrm>
          <a:prstGeom prst="rect">
            <a:avLst/>
          </a:prstGeom>
        </p:spPr>
      </p:pic>
      <p:pic>
        <p:nvPicPr>
          <p:cNvPr id="60" name="Screenshot (změnit obrázek)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931556" y="2699652"/>
            <a:ext cx="4000729" cy="2493226"/>
          </a:xfrm>
          <a:prstGeom prst="roundRect">
            <a:avLst>
              <a:gd name="adj" fmla="val 1109"/>
            </a:avLst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2194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F12E49"/>
                </a:solidFill>
                <a:latin typeface="Calibri"/>
              </a:rPr>
              <a:t>NÁZEV APLIKACE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346"/>
                </a:solidFill>
                <a:latin typeface="Calibri"/>
              </a:rPr>
              <a:t>Lorem ipsum dolor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337560"/>
            <a:ext cx="457200" cy="54864"/>
          </a:xfrm>
          <a:prstGeom prst="rect">
            <a:avLst/>
          </a:prstGeom>
          <a:solidFill>
            <a:srgbClr val="F1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3520439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5478"/>
                </a:solidFill>
                <a:latin typeface="Calibri"/>
              </a:rPr>
              <a:t>Praesent tristique maximus ligula, ac aliquet enim suscipit in dolor sit amet consectetur.</a:t>
            </a:r>
          </a:p>
        </p:txBody>
      </p:sp>
      <p:sp>
        <p:nvSpPr>
          <p:cNvPr id="14" name="Oval 13"/>
          <p:cNvSpPr/>
          <p:nvPr/>
        </p:nvSpPr>
        <p:spPr>
          <a:xfrm>
            <a:off x="8275320" y="4599431"/>
            <a:ext cx="164592" cy="164592"/>
          </a:xfrm>
          <a:prstGeom prst="ellipse">
            <a:avLst/>
          </a:prstGeom>
          <a:solidFill>
            <a:srgbClr val="3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4526279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A1346"/>
                </a:solidFill>
                <a:latin typeface="Calibri"/>
              </a:rPr>
              <a:t>Lorem ipsum dolor sit amet</a:t>
            </a:r>
          </a:p>
        </p:txBody>
      </p:sp>
      <p:sp>
        <p:nvSpPr>
          <p:cNvPr id="16" name="Oval 15"/>
          <p:cNvSpPr/>
          <p:nvPr/>
        </p:nvSpPr>
        <p:spPr>
          <a:xfrm>
            <a:off x="8275320" y="5010912"/>
            <a:ext cx="164592" cy="164592"/>
          </a:xfrm>
          <a:prstGeom prst="ellipse">
            <a:avLst/>
          </a:prstGeom>
          <a:solidFill>
            <a:srgbClr val="49A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4937759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A1346"/>
                </a:solidFill>
                <a:latin typeface="Calibri"/>
              </a:rPr>
              <a:t>Consectetur adipiscing elit</a:t>
            </a:r>
          </a:p>
        </p:txBody>
      </p:sp>
      <p:sp>
        <p:nvSpPr>
          <p:cNvPr id="18" name="Oval 17"/>
          <p:cNvSpPr/>
          <p:nvPr/>
        </p:nvSpPr>
        <p:spPr>
          <a:xfrm>
            <a:off x="8275320" y="5422392"/>
            <a:ext cx="164592" cy="164592"/>
          </a:xfrm>
          <a:prstGeom prst="ellipse">
            <a:avLst/>
          </a:prstGeom>
          <a:solidFill>
            <a:srgbClr val="81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53492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A1346"/>
                </a:solidFill>
                <a:latin typeface="Calibri"/>
              </a:rPr>
              <a:t>Sed do eiusmod tempor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5400000">
            <a:off x="777240" y="667512"/>
            <a:ext cx="137160" cy="155448"/>
          </a:xfrm>
          <a:prstGeom prst="triangle">
            <a:avLst/>
          </a:prstGeom>
          <a:solidFill>
            <a:srgbClr val="F1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4984" y="6035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F12E49"/>
                </a:solidFill>
                <a:latin typeface="Calibri"/>
              </a:rPr>
              <a:t>UKÁZKA APLIKACE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A1346"/>
                </a:solidFill>
                <a:latin typeface="Calibri"/>
              </a:rPr>
              <a:t>Mobil s popisem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629107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8E8AA8"/>
                </a:solidFill>
                <a:latin typeface="Calibri"/>
              </a:rPr>
              <a:t>36</a:t>
            </a:r>
          </a:p>
        </p:txBody>
      </p:sp>
      <p:pic>
        <p:nvPicPr>
          <p:cNvPr id="6" name="Picture 5" descr="i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103120"/>
            <a:ext cx="2103120" cy="4206240"/>
          </a:xfrm>
          <a:prstGeom prst="rect">
            <a:avLst/>
          </a:prstGeom>
        </p:spPr>
      </p:pic>
      <p:pic>
        <p:nvPicPr>
          <p:cNvPr id="60" name="Screenshot (změnit obrázek)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67279" y="2253844"/>
            <a:ext cx="1780642" cy="3869741"/>
          </a:xfrm>
          <a:prstGeom prst="roundRect">
            <a:avLst>
              <a:gd name="adj" fmla="val 14371"/>
            </a:avLst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2194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F12E49"/>
                </a:solidFill>
                <a:latin typeface="Calibri"/>
              </a:rPr>
              <a:t>NÁZEV APLIKACE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6060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346"/>
                </a:solidFill>
                <a:latin typeface="Calibri"/>
              </a:rPr>
              <a:t>Lorem ipsum dolor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3337560"/>
            <a:ext cx="457200" cy="54864"/>
          </a:xfrm>
          <a:prstGeom prst="rect">
            <a:avLst/>
          </a:prstGeom>
          <a:solidFill>
            <a:srgbClr val="F1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3520439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5478"/>
                </a:solidFill>
                <a:latin typeface="Calibri"/>
              </a:rPr>
              <a:t>Praesent tristique maximus ligula, ac aliquet enim suscipit in dolor sit amet consectetur.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4599431"/>
            <a:ext cx="164592" cy="164592"/>
          </a:xfrm>
          <a:prstGeom prst="ellipse">
            <a:avLst/>
          </a:prstGeom>
          <a:solidFill>
            <a:srgbClr val="3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4526279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A1346"/>
                </a:solidFill>
                <a:latin typeface="Calibri"/>
              </a:rPr>
              <a:t>Lorem ipsum dolor sit amet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5010912"/>
            <a:ext cx="164592" cy="164592"/>
          </a:xfrm>
          <a:prstGeom prst="ellipse">
            <a:avLst/>
          </a:prstGeom>
          <a:solidFill>
            <a:srgbClr val="49A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0" y="4937759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A1346"/>
                </a:solidFill>
                <a:latin typeface="Calibri"/>
              </a:rPr>
              <a:t>Consectetur adipiscing elit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5422392"/>
            <a:ext cx="164592" cy="164592"/>
          </a:xfrm>
          <a:prstGeom prst="ellipse">
            <a:avLst/>
          </a:prstGeom>
          <a:solidFill>
            <a:srgbClr val="81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0" y="53492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A1346"/>
                </a:solidFill>
                <a:latin typeface="Calibri"/>
              </a:rPr>
              <a:t>Sed do eiusmod tempor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000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8778240" y="4023360"/>
            <a:ext cx="4206240" cy="3474720"/>
          </a:xfrm>
          <a:prstGeom prst="roundRect">
            <a:avLst>
              <a:gd name="adj" fmla="val 15789"/>
            </a:avLst>
          </a:prstGeom>
          <a:solidFill>
            <a:srgbClr val="3A1AA0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058400" y="2560320"/>
            <a:ext cx="1371600" cy="1577340"/>
          </a:xfrm>
          <a:custGeom>
            <a:avLst/>
            <a:gdLst/>
            <a:ahLst/>
            <a:cxnLst/>
            <a:rect l="l" t="t" r="r" b="b"/>
            <a:pathLst>
              <a:path w="1371600" h="1577340">
                <a:moveTo>
                  <a:pt x="0" y="0"/>
                </a:moveTo>
                <a:lnTo>
                  <a:pt x="0" y="1577340"/>
                </a:lnTo>
                <a:lnTo>
                  <a:pt x="1371600" y="788670"/>
                </a:lnTo>
                <a:close/>
              </a:path>
            </a:pathLst>
          </a:cu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5" name="Image 0" descr="logo_whit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822960"/>
            <a:ext cx="2743200" cy="10550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468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Děkujeme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822960" y="3611880"/>
            <a:ext cx="548640" cy="54864"/>
          </a:xfrm>
          <a:prstGeom prst="rect">
            <a:avLst/>
          </a:prstGeom>
          <a:solidFill>
            <a:srgbClr val="F12E4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/>
          <p:nvPr/>
        </p:nvSpPr>
        <p:spPr>
          <a:xfrm>
            <a:off x="777240" y="39319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Jméno Příjmení</a:t>
            </a:r>
            <a:endParaRPr lang="en-US" sz="1700" dirty="0"/>
          </a:p>
          <a:p>
            <a:pPr marL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Pozice</a:t>
            </a:r>
            <a:endParaRPr lang="en-US" sz="1700" dirty="0"/>
          </a:p>
          <a:p>
            <a:pPr marL="0" indent="0" algn="l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jmeno.prijmeni@cetin.cz</a:t>
            </a:r>
            <a:endParaRPr lang="en-US" sz="17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+420 000 000 000  ·  cetin.cz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a81b7f3-76d5-4bc1-abe7-45a9e5906009}" enabled="1" method="Standard" siteId="{5d1297a0-4793-467b-b782-9ddf79faa41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1383</Words>
  <Application>Microsoft Office PowerPoint</Application>
  <PresentationFormat>Širokoúhlá obrazovka</PresentationFormat>
  <Paragraphs>556</Paragraphs>
  <Slides>36</Slides>
  <Notes>33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36</vt:i4>
      </vt:variant>
    </vt:vector>
  </HeadingPairs>
  <TitlesOfParts>
    <vt:vector size="40" baseType="lpstr">
      <vt:lpstr>Aptos</vt:lpstr>
      <vt:lpstr>Arial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CETIN — šablona prezentace (Material)</dc:title>
  <dc:subject>PptxGenJS Presentation</dc:subject>
  <dc:creator>CETIN, a.s.</dc:creator>
  <cp:lastModifiedBy>Knapp Miroslav</cp:lastModifiedBy>
  <cp:revision>2</cp:revision>
  <dcterms:created xsi:type="dcterms:W3CDTF">2026-05-27T14:24:19Z</dcterms:created>
  <dcterms:modified xsi:type="dcterms:W3CDTF">2026-06-12T17:07:22Z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Company INTERNAL</vt:lpwstr>
  </property>
</Properties>
</file>